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427482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>
      <p:cViewPr>
        <p:scale>
          <a:sx n="33" d="100"/>
          <a:sy n="33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43525" y="4489452"/>
            <a:ext cx="32061150" cy="9550400"/>
          </a:xfrm>
        </p:spPr>
        <p:txBody>
          <a:bodyPr anchor="b"/>
          <a:lstStyle>
            <a:lvl1pPr algn="ctr">
              <a:defRPr sz="210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43525" y="14408152"/>
            <a:ext cx="32061150" cy="6623048"/>
          </a:xfrm>
        </p:spPr>
        <p:txBody>
          <a:bodyPr/>
          <a:lstStyle>
            <a:lvl1pPr marL="0" indent="0" algn="ctr">
              <a:buNone/>
              <a:defRPr sz="8415"/>
            </a:lvl1pPr>
            <a:lvl2pPr marL="1603080" indent="0" algn="ctr">
              <a:buNone/>
              <a:defRPr sz="7013"/>
            </a:lvl2pPr>
            <a:lvl3pPr marL="3206161" indent="0" algn="ctr">
              <a:buNone/>
              <a:defRPr sz="6311"/>
            </a:lvl3pPr>
            <a:lvl4pPr marL="4809241" indent="0" algn="ctr">
              <a:buNone/>
              <a:defRPr sz="5610"/>
            </a:lvl4pPr>
            <a:lvl5pPr marL="6412321" indent="0" algn="ctr">
              <a:buNone/>
              <a:defRPr sz="5610"/>
            </a:lvl5pPr>
            <a:lvl6pPr marL="8015402" indent="0" algn="ctr">
              <a:buNone/>
              <a:defRPr sz="5610"/>
            </a:lvl6pPr>
            <a:lvl7pPr marL="9618482" indent="0" algn="ctr">
              <a:buNone/>
              <a:defRPr sz="5610"/>
            </a:lvl7pPr>
            <a:lvl8pPr marL="11221563" indent="0" algn="ctr">
              <a:buNone/>
              <a:defRPr sz="5610"/>
            </a:lvl8pPr>
            <a:lvl9pPr marL="12824643" indent="0" algn="ctr">
              <a:buNone/>
              <a:defRPr sz="561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3208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915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675" y="6838954"/>
            <a:ext cx="36870323" cy="11410948"/>
          </a:xfrm>
        </p:spPr>
        <p:txBody>
          <a:bodyPr anchor="b"/>
          <a:lstStyle>
            <a:lvl1pPr>
              <a:defRPr sz="210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6675" y="18357854"/>
            <a:ext cx="36870323" cy="6000748"/>
          </a:xfrm>
        </p:spPr>
        <p:txBody>
          <a:bodyPr/>
          <a:lstStyle>
            <a:lvl1pPr marL="0" indent="0">
              <a:buNone/>
              <a:defRPr sz="8415">
                <a:solidFill>
                  <a:schemeClr val="tx1">
                    <a:tint val="75000"/>
                  </a:schemeClr>
                </a:solidFill>
              </a:defRPr>
            </a:lvl1pPr>
            <a:lvl2pPr marL="1603080" indent="0">
              <a:buNone/>
              <a:defRPr sz="7013">
                <a:solidFill>
                  <a:schemeClr val="tx1">
                    <a:tint val="75000"/>
                  </a:schemeClr>
                </a:solidFill>
              </a:defRPr>
            </a:lvl2pPr>
            <a:lvl3pPr marL="3206161" indent="0">
              <a:buNone/>
              <a:defRPr sz="6311">
                <a:solidFill>
                  <a:schemeClr val="tx1">
                    <a:tint val="75000"/>
                  </a:schemeClr>
                </a:solidFill>
              </a:defRPr>
            </a:lvl3pPr>
            <a:lvl4pPr marL="4809241" indent="0">
              <a:buNone/>
              <a:defRPr sz="5610">
                <a:solidFill>
                  <a:schemeClr val="tx1">
                    <a:tint val="75000"/>
                  </a:schemeClr>
                </a:solidFill>
              </a:defRPr>
            </a:lvl4pPr>
            <a:lvl5pPr marL="6412321" indent="0">
              <a:buNone/>
              <a:defRPr sz="5610">
                <a:solidFill>
                  <a:schemeClr val="tx1">
                    <a:tint val="75000"/>
                  </a:schemeClr>
                </a:solidFill>
              </a:defRPr>
            </a:lvl5pPr>
            <a:lvl6pPr marL="8015402" indent="0">
              <a:buNone/>
              <a:defRPr sz="5610">
                <a:solidFill>
                  <a:schemeClr val="tx1">
                    <a:tint val="75000"/>
                  </a:schemeClr>
                </a:solidFill>
              </a:defRPr>
            </a:lvl6pPr>
            <a:lvl7pPr marL="9618482" indent="0">
              <a:buNone/>
              <a:defRPr sz="5610">
                <a:solidFill>
                  <a:schemeClr val="tx1">
                    <a:tint val="75000"/>
                  </a:schemeClr>
                </a:solidFill>
              </a:defRPr>
            </a:lvl7pPr>
            <a:lvl8pPr marL="11221563" indent="0">
              <a:buNone/>
              <a:defRPr sz="5610">
                <a:solidFill>
                  <a:schemeClr val="tx1">
                    <a:tint val="75000"/>
                  </a:schemeClr>
                </a:solidFill>
              </a:defRPr>
            </a:lvl8pPr>
            <a:lvl9pPr marL="12824643" indent="0">
              <a:buNone/>
              <a:defRPr sz="56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99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8939" y="7302500"/>
            <a:ext cx="18167985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41277" y="7302500"/>
            <a:ext cx="18167985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829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4507" y="1460502"/>
            <a:ext cx="36870323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4509" y="6724652"/>
            <a:ext cx="18084491" cy="3295648"/>
          </a:xfrm>
        </p:spPr>
        <p:txBody>
          <a:bodyPr anchor="b"/>
          <a:lstStyle>
            <a:lvl1pPr marL="0" indent="0">
              <a:buNone/>
              <a:defRPr sz="8415" b="1"/>
            </a:lvl1pPr>
            <a:lvl2pPr marL="1603080" indent="0">
              <a:buNone/>
              <a:defRPr sz="7013" b="1"/>
            </a:lvl2pPr>
            <a:lvl3pPr marL="3206161" indent="0">
              <a:buNone/>
              <a:defRPr sz="6311" b="1"/>
            </a:lvl3pPr>
            <a:lvl4pPr marL="4809241" indent="0">
              <a:buNone/>
              <a:defRPr sz="5610" b="1"/>
            </a:lvl4pPr>
            <a:lvl5pPr marL="6412321" indent="0">
              <a:buNone/>
              <a:defRPr sz="5610" b="1"/>
            </a:lvl5pPr>
            <a:lvl6pPr marL="8015402" indent="0">
              <a:buNone/>
              <a:defRPr sz="5610" b="1"/>
            </a:lvl6pPr>
            <a:lvl7pPr marL="9618482" indent="0">
              <a:buNone/>
              <a:defRPr sz="5610" b="1"/>
            </a:lvl7pPr>
            <a:lvl8pPr marL="11221563" indent="0">
              <a:buNone/>
              <a:defRPr sz="5610" b="1"/>
            </a:lvl8pPr>
            <a:lvl9pPr marL="12824643" indent="0">
              <a:buNone/>
              <a:defRPr sz="561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4509" y="10020300"/>
            <a:ext cx="1808449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41277" y="6724652"/>
            <a:ext cx="18173553" cy="3295648"/>
          </a:xfrm>
        </p:spPr>
        <p:txBody>
          <a:bodyPr anchor="b"/>
          <a:lstStyle>
            <a:lvl1pPr marL="0" indent="0">
              <a:buNone/>
              <a:defRPr sz="8415" b="1"/>
            </a:lvl1pPr>
            <a:lvl2pPr marL="1603080" indent="0">
              <a:buNone/>
              <a:defRPr sz="7013" b="1"/>
            </a:lvl2pPr>
            <a:lvl3pPr marL="3206161" indent="0">
              <a:buNone/>
              <a:defRPr sz="6311" b="1"/>
            </a:lvl3pPr>
            <a:lvl4pPr marL="4809241" indent="0">
              <a:buNone/>
              <a:defRPr sz="5610" b="1"/>
            </a:lvl4pPr>
            <a:lvl5pPr marL="6412321" indent="0">
              <a:buNone/>
              <a:defRPr sz="5610" b="1"/>
            </a:lvl5pPr>
            <a:lvl6pPr marL="8015402" indent="0">
              <a:buNone/>
              <a:defRPr sz="5610" b="1"/>
            </a:lvl6pPr>
            <a:lvl7pPr marL="9618482" indent="0">
              <a:buNone/>
              <a:defRPr sz="5610" b="1"/>
            </a:lvl7pPr>
            <a:lvl8pPr marL="11221563" indent="0">
              <a:buNone/>
              <a:defRPr sz="5610" b="1"/>
            </a:lvl8pPr>
            <a:lvl9pPr marL="12824643" indent="0">
              <a:buNone/>
              <a:defRPr sz="561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41277" y="10020300"/>
            <a:ext cx="18173553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709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375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344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4509" y="1828800"/>
            <a:ext cx="13787406" cy="6400800"/>
          </a:xfrm>
        </p:spPr>
        <p:txBody>
          <a:bodyPr anchor="b"/>
          <a:lstStyle>
            <a:lvl1pPr>
              <a:defRPr sz="112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73553" y="3949702"/>
            <a:ext cx="21641276" cy="19494500"/>
          </a:xfrm>
        </p:spPr>
        <p:txBody>
          <a:bodyPr/>
          <a:lstStyle>
            <a:lvl1pPr>
              <a:defRPr sz="11220"/>
            </a:lvl1pPr>
            <a:lvl2pPr>
              <a:defRPr sz="9818"/>
            </a:lvl2pPr>
            <a:lvl3pPr>
              <a:defRPr sz="8415"/>
            </a:lvl3pPr>
            <a:lvl4pPr>
              <a:defRPr sz="7013"/>
            </a:lvl4pPr>
            <a:lvl5pPr>
              <a:defRPr sz="7013"/>
            </a:lvl5pPr>
            <a:lvl6pPr>
              <a:defRPr sz="7013"/>
            </a:lvl6pPr>
            <a:lvl7pPr>
              <a:defRPr sz="7013"/>
            </a:lvl7pPr>
            <a:lvl8pPr>
              <a:defRPr sz="7013"/>
            </a:lvl8pPr>
            <a:lvl9pPr>
              <a:defRPr sz="7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4509" y="8229600"/>
            <a:ext cx="13787406" cy="15246352"/>
          </a:xfrm>
        </p:spPr>
        <p:txBody>
          <a:bodyPr/>
          <a:lstStyle>
            <a:lvl1pPr marL="0" indent="0">
              <a:buNone/>
              <a:defRPr sz="5610"/>
            </a:lvl1pPr>
            <a:lvl2pPr marL="1603080" indent="0">
              <a:buNone/>
              <a:defRPr sz="4909"/>
            </a:lvl2pPr>
            <a:lvl3pPr marL="3206161" indent="0">
              <a:buNone/>
              <a:defRPr sz="4208"/>
            </a:lvl3pPr>
            <a:lvl4pPr marL="4809241" indent="0">
              <a:buNone/>
              <a:defRPr sz="3506"/>
            </a:lvl4pPr>
            <a:lvl5pPr marL="6412321" indent="0">
              <a:buNone/>
              <a:defRPr sz="3506"/>
            </a:lvl5pPr>
            <a:lvl6pPr marL="8015402" indent="0">
              <a:buNone/>
              <a:defRPr sz="3506"/>
            </a:lvl6pPr>
            <a:lvl7pPr marL="9618482" indent="0">
              <a:buNone/>
              <a:defRPr sz="3506"/>
            </a:lvl7pPr>
            <a:lvl8pPr marL="11221563" indent="0">
              <a:buNone/>
              <a:defRPr sz="3506"/>
            </a:lvl8pPr>
            <a:lvl9pPr marL="12824643" indent="0">
              <a:buNone/>
              <a:defRPr sz="3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3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4509" y="1828800"/>
            <a:ext cx="13787406" cy="6400800"/>
          </a:xfrm>
        </p:spPr>
        <p:txBody>
          <a:bodyPr anchor="b"/>
          <a:lstStyle>
            <a:lvl1pPr>
              <a:defRPr sz="112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73553" y="3949702"/>
            <a:ext cx="21641276" cy="19494500"/>
          </a:xfrm>
        </p:spPr>
        <p:txBody>
          <a:bodyPr anchor="t"/>
          <a:lstStyle>
            <a:lvl1pPr marL="0" indent="0">
              <a:buNone/>
              <a:defRPr sz="11220"/>
            </a:lvl1pPr>
            <a:lvl2pPr marL="1603080" indent="0">
              <a:buNone/>
              <a:defRPr sz="9818"/>
            </a:lvl2pPr>
            <a:lvl3pPr marL="3206161" indent="0">
              <a:buNone/>
              <a:defRPr sz="8415"/>
            </a:lvl3pPr>
            <a:lvl4pPr marL="4809241" indent="0">
              <a:buNone/>
              <a:defRPr sz="7013"/>
            </a:lvl4pPr>
            <a:lvl5pPr marL="6412321" indent="0">
              <a:buNone/>
              <a:defRPr sz="7013"/>
            </a:lvl5pPr>
            <a:lvl6pPr marL="8015402" indent="0">
              <a:buNone/>
              <a:defRPr sz="7013"/>
            </a:lvl6pPr>
            <a:lvl7pPr marL="9618482" indent="0">
              <a:buNone/>
              <a:defRPr sz="7013"/>
            </a:lvl7pPr>
            <a:lvl8pPr marL="11221563" indent="0">
              <a:buNone/>
              <a:defRPr sz="7013"/>
            </a:lvl8pPr>
            <a:lvl9pPr marL="12824643" indent="0">
              <a:buNone/>
              <a:defRPr sz="70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4509" y="8229600"/>
            <a:ext cx="13787406" cy="15246352"/>
          </a:xfrm>
        </p:spPr>
        <p:txBody>
          <a:bodyPr/>
          <a:lstStyle>
            <a:lvl1pPr marL="0" indent="0">
              <a:buNone/>
              <a:defRPr sz="5610"/>
            </a:lvl1pPr>
            <a:lvl2pPr marL="1603080" indent="0">
              <a:buNone/>
              <a:defRPr sz="4909"/>
            </a:lvl2pPr>
            <a:lvl3pPr marL="3206161" indent="0">
              <a:buNone/>
              <a:defRPr sz="4208"/>
            </a:lvl3pPr>
            <a:lvl4pPr marL="4809241" indent="0">
              <a:buNone/>
              <a:defRPr sz="3506"/>
            </a:lvl4pPr>
            <a:lvl5pPr marL="6412321" indent="0">
              <a:buNone/>
              <a:defRPr sz="3506"/>
            </a:lvl5pPr>
            <a:lvl6pPr marL="8015402" indent="0">
              <a:buNone/>
              <a:defRPr sz="3506"/>
            </a:lvl6pPr>
            <a:lvl7pPr marL="9618482" indent="0">
              <a:buNone/>
              <a:defRPr sz="3506"/>
            </a:lvl7pPr>
            <a:lvl8pPr marL="11221563" indent="0">
              <a:buNone/>
              <a:defRPr sz="3506"/>
            </a:lvl8pPr>
            <a:lvl9pPr marL="12824643" indent="0">
              <a:buNone/>
              <a:defRPr sz="3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257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7440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591681" y="1460500"/>
            <a:ext cx="9217581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8940" y="1460500"/>
            <a:ext cx="27118389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188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8940" y="1460502"/>
            <a:ext cx="36870323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8940" y="7302500"/>
            <a:ext cx="36870323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38939" y="25425402"/>
            <a:ext cx="9618345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1830D-3933-463A-AAD5-68975C2E42A6}" type="datetimeFigureOut">
              <a:rPr lang="en-AU" smtClean="0"/>
              <a:t>9/02/2022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60342" y="25425402"/>
            <a:ext cx="14427518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190917" y="25425402"/>
            <a:ext cx="9618345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859BF-6A61-42E6-AE6E-53DF35AF6A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686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206161" rtl="0" eaLnBrk="1" latinLnBrk="0" hangingPunct="1">
        <a:lnSpc>
          <a:spcPct val="90000"/>
        </a:lnSpc>
        <a:spcBef>
          <a:spcPct val="0"/>
        </a:spcBef>
        <a:buNone/>
        <a:defRPr sz="154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1540" indent="-801540" algn="l" defTabSz="3206161" rtl="0" eaLnBrk="1" latinLnBrk="0" hangingPunct="1">
        <a:lnSpc>
          <a:spcPct val="90000"/>
        </a:lnSpc>
        <a:spcBef>
          <a:spcPts val="3506"/>
        </a:spcBef>
        <a:buFont typeface="Arial" panose="020B0604020202020204" pitchFamily="34" charset="0"/>
        <a:buChar char="•"/>
        <a:defRPr sz="9818" kern="1200">
          <a:solidFill>
            <a:schemeClr val="tx1"/>
          </a:solidFill>
          <a:latin typeface="+mn-lt"/>
          <a:ea typeface="+mn-ea"/>
          <a:cs typeface="+mn-cs"/>
        </a:defRPr>
      </a:lvl1pPr>
      <a:lvl2pPr marL="2404621" indent="-801540" algn="l" defTabSz="3206161" rtl="0" eaLnBrk="1" latinLnBrk="0" hangingPunct="1">
        <a:lnSpc>
          <a:spcPct val="90000"/>
        </a:lnSpc>
        <a:spcBef>
          <a:spcPts val="1753"/>
        </a:spcBef>
        <a:buFont typeface="Arial" panose="020B0604020202020204" pitchFamily="34" charset="0"/>
        <a:buChar char="•"/>
        <a:defRPr sz="8415" kern="1200">
          <a:solidFill>
            <a:schemeClr val="tx1"/>
          </a:solidFill>
          <a:latin typeface="+mn-lt"/>
          <a:ea typeface="+mn-ea"/>
          <a:cs typeface="+mn-cs"/>
        </a:defRPr>
      </a:lvl2pPr>
      <a:lvl3pPr marL="4007701" indent="-801540" algn="l" defTabSz="3206161" rtl="0" eaLnBrk="1" latinLnBrk="0" hangingPunct="1">
        <a:lnSpc>
          <a:spcPct val="90000"/>
        </a:lnSpc>
        <a:spcBef>
          <a:spcPts val="1753"/>
        </a:spcBef>
        <a:buFont typeface="Arial" panose="020B0604020202020204" pitchFamily="34" charset="0"/>
        <a:buChar char="•"/>
        <a:defRPr sz="7013" kern="1200">
          <a:solidFill>
            <a:schemeClr val="tx1"/>
          </a:solidFill>
          <a:latin typeface="+mn-lt"/>
          <a:ea typeface="+mn-ea"/>
          <a:cs typeface="+mn-cs"/>
        </a:defRPr>
      </a:lvl3pPr>
      <a:lvl4pPr marL="5610781" indent="-801540" algn="l" defTabSz="3206161" rtl="0" eaLnBrk="1" latinLnBrk="0" hangingPunct="1">
        <a:lnSpc>
          <a:spcPct val="90000"/>
        </a:lnSpc>
        <a:spcBef>
          <a:spcPts val="1753"/>
        </a:spcBef>
        <a:buFont typeface="Arial" panose="020B0604020202020204" pitchFamily="34" charset="0"/>
        <a:buChar char="•"/>
        <a:defRPr sz="6311" kern="1200">
          <a:solidFill>
            <a:schemeClr val="tx1"/>
          </a:solidFill>
          <a:latin typeface="+mn-lt"/>
          <a:ea typeface="+mn-ea"/>
          <a:cs typeface="+mn-cs"/>
        </a:defRPr>
      </a:lvl4pPr>
      <a:lvl5pPr marL="7213862" indent="-801540" algn="l" defTabSz="3206161" rtl="0" eaLnBrk="1" latinLnBrk="0" hangingPunct="1">
        <a:lnSpc>
          <a:spcPct val="90000"/>
        </a:lnSpc>
        <a:spcBef>
          <a:spcPts val="1753"/>
        </a:spcBef>
        <a:buFont typeface="Arial" panose="020B0604020202020204" pitchFamily="34" charset="0"/>
        <a:buChar char="•"/>
        <a:defRPr sz="6311" kern="1200">
          <a:solidFill>
            <a:schemeClr val="tx1"/>
          </a:solidFill>
          <a:latin typeface="+mn-lt"/>
          <a:ea typeface="+mn-ea"/>
          <a:cs typeface="+mn-cs"/>
        </a:defRPr>
      </a:lvl5pPr>
      <a:lvl6pPr marL="8816942" indent="-801540" algn="l" defTabSz="3206161" rtl="0" eaLnBrk="1" latinLnBrk="0" hangingPunct="1">
        <a:lnSpc>
          <a:spcPct val="90000"/>
        </a:lnSpc>
        <a:spcBef>
          <a:spcPts val="1753"/>
        </a:spcBef>
        <a:buFont typeface="Arial" panose="020B0604020202020204" pitchFamily="34" charset="0"/>
        <a:buChar char="•"/>
        <a:defRPr sz="6311" kern="1200">
          <a:solidFill>
            <a:schemeClr val="tx1"/>
          </a:solidFill>
          <a:latin typeface="+mn-lt"/>
          <a:ea typeface="+mn-ea"/>
          <a:cs typeface="+mn-cs"/>
        </a:defRPr>
      </a:lvl6pPr>
      <a:lvl7pPr marL="10420022" indent="-801540" algn="l" defTabSz="3206161" rtl="0" eaLnBrk="1" latinLnBrk="0" hangingPunct="1">
        <a:lnSpc>
          <a:spcPct val="90000"/>
        </a:lnSpc>
        <a:spcBef>
          <a:spcPts val="1753"/>
        </a:spcBef>
        <a:buFont typeface="Arial" panose="020B0604020202020204" pitchFamily="34" charset="0"/>
        <a:buChar char="•"/>
        <a:defRPr sz="6311" kern="1200">
          <a:solidFill>
            <a:schemeClr val="tx1"/>
          </a:solidFill>
          <a:latin typeface="+mn-lt"/>
          <a:ea typeface="+mn-ea"/>
          <a:cs typeface="+mn-cs"/>
        </a:defRPr>
      </a:lvl7pPr>
      <a:lvl8pPr marL="12023103" indent="-801540" algn="l" defTabSz="3206161" rtl="0" eaLnBrk="1" latinLnBrk="0" hangingPunct="1">
        <a:lnSpc>
          <a:spcPct val="90000"/>
        </a:lnSpc>
        <a:spcBef>
          <a:spcPts val="1753"/>
        </a:spcBef>
        <a:buFont typeface="Arial" panose="020B0604020202020204" pitchFamily="34" charset="0"/>
        <a:buChar char="•"/>
        <a:defRPr sz="6311" kern="1200">
          <a:solidFill>
            <a:schemeClr val="tx1"/>
          </a:solidFill>
          <a:latin typeface="+mn-lt"/>
          <a:ea typeface="+mn-ea"/>
          <a:cs typeface="+mn-cs"/>
        </a:defRPr>
      </a:lvl8pPr>
      <a:lvl9pPr marL="13626183" indent="-801540" algn="l" defTabSz="3206161" rtl="0" eaLnBrk="1" latinLnBrk="0" hangingPunct="1">
        <a:lnSpc>
          <a:spcPct val="90000"/>
        </a:lnSpc>
        <a:spcBef>
          <a:spcPts val="1753"/>
        </a:spcBef>
        <a:buFont typeface="Arial" panose="020B0604020202020204" pitchFamily="34" charset="0"/>
        <a:buChar char="•"/>
        <a:defRPr sz="63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1pPr>
      <a:lvl2pPr marL="1603080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2pPr>
      <a:lvl3pPr marL="3206161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3pPr>
      <a:lvl4pPr marL="4809241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4pPr>
      <a:lvl5pPr marL="6412321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5pPr>
      <a:lvl6pPr marL="8015402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6pPr>
      <a:lvl7pPr marL="9618482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7pPr>
      <a:lvl8pPr marL="11221563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8pPr>
      <a:lvl9pPr marL="12824643" algn="l" defTabSz="3206161" rtl="0" eaLnBrk="1" latinLnBrk="0" hangingPunct="1">
        <a:defRPr sz="63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0ABA75D-B56F-4967-9398-1747B28CB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4" y="1"/>
            <a:ext cx="42640811" cy="274320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5072637-00B4-415A-B44B-93CB5EE83DA2}"/>
              </a:ext>
            </a:extLst>
          </p:cNvPr>
          <p:cNvSpPr txBox="1"/>
          <p:nvPr/>
        </p:nvSpPr>
        <p:spPr>
          <a:xfrm>
            <a:off x="354784" y="0"/>
            <a:ext cx="126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7200" i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72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AU" sz="7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39AA9E-459E-49B7-B65E-E0D688495248}"/>
              </a:ext>
            </a:extLst>
          </p:cNvPr>
          <p:cNvSpPr txBox="1"/>
          <p:nvPr/>
        </p:nvSpPr>
        <p:spPr>
          <a:xfrm>
            <a:off x="354784" y="11951741"/>
            <a:ext cx="1263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>
                <a:latin typeface="Arial" panose="020B0604020202020204" pitchFamily="34" charset="0"/>
                <a:cs typeface="Arial" panose="020B0604020202020204" pitchFamily="34" charset="0"/>
              </a:rPr>
              <a:t>(ii)</a:t>
            </a:r>
            <a:endParaRPr lang="en-AU" sz="7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247507-5F6C-4C4D-BA59-B4A2EB8D3910}"/>
              </a:ext>
            </a:extLst>
          </p:cNvPr>
          <p:cNvSpPr txBox="1"/>
          <p:nvPr/>
        </p:nvSpPr>
        <p:spPr>
          <a:xfrm>
            <a:off x="21748873" y="11951741"/>
            <a:ext cx="1603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i="1" dirty="0">
                <a:latin typeface="Arial" panose="020B0604020202020204" pitchFamily="34" charset="0"/>
                <a:cs typeface="Arial" panose="020B0604020202020204" pitchFamily="34" charset="0"/>
              </a:rPr>
              <a:t>(iii)</a:t>
            </a:r>
            <a:endParaRPr lang="en-AU" sz="7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551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Strachan</dc:creator>
  <cp:lastModifiedBy>Simon Strachan</cp:lastModifiedBy>
  <cp:revision>1</cp:revision>
  <dcterms:created xsi:type="dcterms:W3CDTF">2022-02-09T03:52:57Z</dcterms:created>
  <dcterms:modified xsi:type="dcterms:W3CDTF">2022-02-09T04:32:27Z</dcterms:modified>
</cp:coreProperties>
</file>