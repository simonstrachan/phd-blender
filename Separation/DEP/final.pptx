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7850425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1" d="100"/>
          <a:sy n="21" d="100"/>
        </p:scale>
        <p:origin x="192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1303" y="4489452"/>
            <a:ext cx="35887819" cy="9550400"/>
          </a:xfrm>
        </p:spPr>
        <p:txBody>
          <a:bodyPr anchor="b"/>
          <a:lstStyle>
            <a:lvl1pPr algn="ctr"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81303" y="14408152"/>
            <a:ext cx="35887819" cy="6623048"/>
          </a:xfrm>
        </p:spPr>
        <p:txBody>
          <a:bodyPr/>
          <a:lstStyle>
            <a:lvl1pPr marL="0" indent="0" algn="ctr">
              <a:buNone/>
              <a:defRPr sz="9419"/>
            </a:lvl1pPr>
            <a:lvl2pPr marL="1794373" indent="0" algn="ctr">
              <a:buNone/>
              <a:defRPr sz="7849"/>
            </a:lvl2pPr>
            <a:lvl3pPr marL="3588746" indent="0" algn="ctr">
              <a:buNone/>
              <a:defRPr sz="7064"/>
            </a:lvl3pPr>
            <a:lvl4pPr marL="5383119" indent="0" algn="ctr">
              <a:buNone/>
              <a:defRPr sz="6280"/>
            </a:lvl4pPr>
            <a:lvl5pPr marL="7177491" indent="0" algn="ctr">
              <a:buNone/>
              <a:defRPr sz="6280"/>
            </a:lvl5pPr>
            <a:lvl6pPr marL="8971864" indent="0" algn="ctr">
              <a:buNone/>
              <a:defRPr sz="6280"/>
            </a:lvl6pPr>
            <a:lvl7pPr marL="10766237" indent="0" algn="ctr">
              <a:buNone/>
              <a:defRPr sz="6280"/>
            </a:lvl7pPr>
            <a:lvl8pPr marL="12560610" indent="0" algn="ctr">
              <a:buNone/>
              <a:defRPr sz="6280"/>
            </a:lvl8pPr>
            <a:lvl9pPr marL="14354983" indent="0" algn="ctr">
              <a:buNone/>
              <a:defRPr sz="6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230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59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4794" y="6838954"/>
            <a:ext cx="41270992" cy="11410948"/>
          </a:xfrm>
        </p:spPr>
        <p:txBody>
          <a:bodyPr anchor="b"/>
          <a:lstStyle>
            <a:lvl1pPr>
              <a:defRPr sz="235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4794" y="18357854"/>
            <a:ext cx="41270992" cy="6000748"/>
          </a:xfrm>
        </p:spPr>
        <p:txBody>
          <a:bodyPr/>
          <a:lstStyle>
            <a:lvl1pPr marL="0" indent="0">
              <a:buNone/>
              <a:defRPr sz="9419">
                <a:solidFill>
                  <a:schemeClr val="tx1">
                    <a:tint val="75000"/>
                  </a:schemeClr>
                </a:solidFill>
              </a:defRPr>
            </a:lvl1pPr>
            <a:lvl2pPr marL="1794373" indent="0">
              <a:buNone/>
              <a:defRPr sz="7849">
                <a:solidFill>
                  <a:schemeClr val="tx1">
                    <a:tint val="75000"/>
                  </a:schemeClr>
                </a:solidFill>
              </a:defRPr>
            </a:lvl2pPr>
            <a:lvl3pPr marL="3588746" indent="0">
              <a:buNone/>
              <a:defRPr sz="7064">
                <a:solidFill>
                  <a:schemeClr val="tx1">
                    <a:tint val="75000"/>
                  </a:schemeClr>
                </a:solidFill>
              </a:defRPr>
            </a:lvl3pPr>
            <a:lvl4pPr marL="5383119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4pPr>
            <a:lvl5pPr marL="7177491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5pPr>
            <a:lvl6pPr marL="8971864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6pPr>
            <a:lvl7pPr marL="10766237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7pPr>
            <a:lvl8pPr marL="12560610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8pPr>
            <a:lvl9pPr marL="14354983" indent="0">
              <a:buNone/>
              <a:defRPr sz="6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383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9717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24277" y="7302500"/>
            <a:ext cx="20336431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243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49" y="1460502"/>
            <a:ext cx="41270992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95951" y="6724652"/>
            <a:ext cx="20242971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73" indent="0">
              <a:buNone/>
              <a:defRPr sz="7849" b="1"/>
            </a:lvl2pPr>
            <a:lvl3pPr marL="3588746" indent="0">
              <a:buNone/>
              <a:defRPr sz="7064" b="1"/>
            </a:lvl3pPr>
            <a:lvl4pPr marL="5383119" indent="0">
              <a:buNone/>
              <a:defRPr sz="6280" b="1"/>
            </a:lvl4pPr>
            <a:lvl5pPr marL="7177491" indent="0">
              <a:buNone/>
              <a:defRPr sz="6280" b="1"/>
            </a:lvl5pPr>
            <a:lvl6pPr marL="8971864" indent="0">
              <a:buNone/>
              <a:defRPr sz="6280" b="1"/>
            </a:lvl6pPr>
            <a:lvl7pPr marL="10766237" indent="0">
              <a:buNone/>
              <a:defRPr sz="6280" b="1"/>
            </a:lvl7pPr>
            <a:lvl8pPr marL="12560610" indent="0">
              <a:buNone/>
              <a:defRPr sz="6280" b="1"/>
            </a:lvl8pPr>
            <a:lvl9pPr marL="14354983" indent="0">
              <a:buNone/>
              <a:defRPr sz="6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95951" y="10020300"/>
            <a:ext cx="2024297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4278" y="6724652"/>
            <a:ext cx="20342663" cy="3295648"/>
          </a:xfrm>
        </p:spPr>
        <p:txBody>
          <a:bodyPr anchor="b"/>
          <a:lstStyle>
            <a:lvl1pPr marL="0" indent="0">
              <a:buNone/>
              <a:defRPr sz="9419" b="1"/>
            </a:lvl1pPr>
            <a:lvl2pPr marL="1794373" indent="0">
              <a:buNone/>
              <a:defRPr sz="7849" b="1"/>
            </a:lvl2pPr>
            <a:lvl3pPr marL="3588746" indent="0">
              <a:buNone/>
              <a:defRPr sz="7064" b="1"/>
            </a:lvl3pPr>
            <a:lvl4pPr marL="5383119" indent="0">
              <a:buNone/>
              <a:defRPr sz="6280" b="1"/>
            </a:lvl4pPr>
            <a:lvl5pPr marL="7177491" indent="0">
              <a:buNone/>
              <a:defRPr sz="6280" b="1"/>
            </a:lvl5pPr>
            <a:lvl6pPr marL="8971864" indent="0">
              <a:buNone/>
              <a:defRPr sz="6280" b="1"/>
            </a:lvl6pPr>
            <a:lvl7pPr marL="10766237" indent="0">
              <a:buNone/>
              <a:defRPr sz="6280" b="1"/>
            </a:lvl7pPr>
            <a:lvl8pPr marL="12560610" indent="0">
              <a:buNone/>
              <a:defRPr sz="6280" b="1"/>
            </a:lvl8pPr>
            <a:lvl9pPr marL="14354983" indent="0">
              <a:buNone/>
              <a:defRPr sz="6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224278" y="10020300"/>
            <a:ext cx="2034266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08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05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0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1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42663" y="3949702"/>
            <a:ext cx="24224278" cy="19494500"/>
          </a:xfrm>
        </p:spPr>
        <p:txBody>
          <a:bodyPr/>
          <a:lstStyle>
            <a:lvl1pPr>
              <a:defRPr sz="12559"/>
            </a:lvl1pPr>
            <a:lvl2pPr>
              <a:defRPr sz="10989"/>
            </a:lvl2pPr>
            <a:lvl3pPr>
              <a:defRPr sz="9419"/>
            </a:lvl3pPr>
            <a:lvl4pPr>
              <a:defRPr sz="7849"/>
            </a:lvl4pPr>
            <a:lvl5pPr>
              <a:defRPr sz="7849"/>
            </a:lvl5pPr>
            <a:lvl6pPr>
              <a:defRPr sz="7849"/>
            </a:lvl6pPr>
            <a:lvl7pPr>
              <a:defRPr sz="7849"/>
            </a:lvl7pPr>
            <a:lvl8pPr>
              <a:defRPr sz="7849"/>
            </a:lvl8pPr>
            <a:lvl9pPr>
              <a:defRPr sz="78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1" y="8229600"/>
            <a:ext cx="15433006" cy="15246352"/>
          </a:xfrm>
        </p:spPr>
        <p:txBody>
          <a:bodyPr/>
          <a:lstStyle>
            <a:lvl1pPr marL="0" indent="0">
              <a:buNone/>
              <a:defRPr sz="6280"/>
            </a:lvl1pPr>
            <a:lvl2pPr marL="1794373" indent="0">
              <a:buNone/>
              <a:defRPr sz="5495"/>
            </a:lvl2pPr>
            <a:lvl3pPr marL="3588746" indent="0">
              <a:buNone/>
              <a:defRPr sz="4710"/>
            </a:lvl3pPr>
            <a:lvl4pPr marL="5383119" indent="0">
              <a:buNone/>
              <a:defRPr sz="3925"/>
            </a:lvl4pPr>
            <a:lvl5pPr marL="7177491" indent="0">
              <a:buNone/>
              <a:defRPr sz="3925"/>
            </a:lvl5pPr>
            <a:lvl6pPr marL="8971864" indent="0">
              <a:buNone/>
              <a:defRPr sz="3925"/>
            </a:lvl6pPr>
            <a:lvl7pPr marL="10766237" indent="0">
              <a:buNone/>
              <a:defRPr sz="3925"/>
            </a:lvl7pPr>
            <a:lvl8pPr marL="12560610" indent="0">
              <a:buNone/>
              <a:defRPr sz="3925"/>
            </a:lvl8pPr>
            <a:lvl9pPr marL="14354983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33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51" y="1828800"/>
            <a:ext cx="15433006" cy="6400800"/>
          </a:xfrm>
        </p:spPr>
        <p:txBody>
          <a:bodyPr anchor="b"/>
          <a:lstStyle>
            <a:lvl1pPr>
              <a:defRPr sz="12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342663" y="3949702"/>
            <a:ext cx="24224278" cy="19494500"/>
          </a:xfrm>
        </p:spPr>
        <p:txBody>
          <a:bodyPr anchor="t"/>
          <a:lstStyle>
            <a:lvl1pPr marL="0" indent="0">
              <a:buNone/>
              <a:defRPr sz="12559"/>
            </a:lvl1pPr>
            <a:lvl2pPr marL="1794373" indent="0">
              <a:buNone/>
              <a:defRPr sz="10989"/>
            </a:lvl2pPr>
            <a:lvl3pPr marL="3588746" indent="0">
              <a:buNone/>
              <a:defRPr sz="9419"/>
            </a:lvl3pPr>
            <a:lvl4pPr marL="5383119" indent="0">
              <a:buNone/>
              <a:defRPr sz="7849"/>
            </a:lvl4pPr>
            <a:lvl5pPr marL="7177491" indent="0">
              <a:buNone/>
              <a:defRPr sz="7849"/>
            </a:lvl5pPr>
            <a:lvl6pPr marL="8971864" indent="0">
              <a:buNone/>
              <a:defRPr sz="7849"/>
            </a:lvl6pPr>
            <a:lvl7pPr marL="10766237" indent="0">
              <a:buNone/>
              <a:defRPr sz="7849"/>
            </a:lvl7pPr>
            <a:lvl8pPr marL="12560610" indent="0">
              <a:buNone/>
              <a:defRPr sz="7849"/>
            </a:lvl8pPr>
            <a:lvl9pPr marL="14354983" indent="0">
              <a:buNone/>
              <a:defRPr sz="78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95951" y="8229600"/>
            <a:ext cx="15433006" cy="15246352"/>
          </a:xfrm>
        </p:spPr>
        <p:txBody>
          <a:bodyPr/>
          <a:lstStyle>
            <a:lvl1pPr marL="0" indent="0">
              <a:buNone/>
              <a:defRPr sz="6280"/>
            </a:lvl1pPr>
            <a:lvl2pPr marL="1794373" indent="0">
              <a:buNone/>
              <a:defRPr sz="5495"/>
            </a:lvl2pPr>
            <a:lvl3pPr marL="3588746" indent="0">
              <a:buNone/>
              <a:defRPr sz="4710"/>
            </a:lvl3pPr>
            <a:lvl4pPr marL="5383119" indent="0">
              <a:buNone/>
              <a:defRPr sz="3925"/>
            </a:lvl4pPr>
            <a:lvl5pPr marL="7177491" indent="0">
              <a:buNone/>
              <a:defRPr sz="3925"/>
            </a:lvl5pPr>
            <a:lvl6pPr marL="8971864" indent="0">
              <a:buNone/>
              <a:defRPr sz="3925"/>
            </a:lvl6pPr>
            <a:lvl7pPr marL="10766237" indent="0">
              <a:buNone/>
              <a:defRPr sz="3925"/>
            </a:lvl7pPr>
            <a:lvl8pPr marL="12560610" indent="0">
              <a:buNone/>
              <a:defRPr sz="3925"/>
            </a:lvl8pPr>
            <a:lvl9pPr marL="14354983" indent="0">
              <a:buNone/>
              <a:defRPr sz="3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021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242960" y="1460500"/>
            <a:ext cx="10317748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9717" y="1460500"/>
            <a:ext cx="30355113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385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9717" y="1460502"/>
            <a:ext cx="41270992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717" y="7302500"/>
            <a:ext cx="41270992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89717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1E702-5166-406D-8D09-4A3B89AE5CF6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50454" y="25425402"/>
            <a:ext cx="16149518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794362" y="25425402"/>
            <a:ext cx="10766346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380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588746" rtl="0" eaLnBrk="1" latinLnBrk="0" hangingPunct="1">
        <a:lnSpc>
          <a:spcPct val="90000"/>
        </a:lnSpc>
        <a:spcBef>
          <a:spcPct val="0"/>
        </a:spcBef>
        <a:buNone/>
        <a:defRPr sz="172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7186" indent="-897186" algn="l" defTabSz="3588746" rtl="0" eaLnBrk="1" latinLnBrk="0" hangingPunct="1">
        <a:lnSpc>
          <a:spcPct val="90000"/>
        </a:lnSpc>
        <a:spcBef>
          <a:spcPts val="3925"/>
        </a:spcBef>
        <a:buFont typeface="Arial" panose="020B0604020202020204" pitchFamily="34" charset="0"/>
        <a:buChar char="•"/>
        <a:defRPr sz="10989" kern="1200">
          <a:solidFill>
            <a:schemeClr val="tx1"/>
          </a:solidFill>
          <a:latin typeface="+mn-lt"/>
          <a:ea typeface="+mn-ea"/>
          <a:cs typeface="+mn-cs"/>
        </a:defRPr>
      </a:lvl1pPr>
      <a:lvl2pPr marL="2691559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9419" kern="1200">
          <a:solidFill>
            <a:schemeClr val="tx1"/>
          </a:solidFill>
          <a:latin typeface="+mn-lt"/>
          <a:ea typeface="+mn-ea"/>
          <a:cs typeface="+mn-cs"/>
        </a:defRPr>
      </a:lvl2pPr>
      <a:lvl3pPr marL="4485932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849" kern="1200">
          <a:solidFill>
            <a:schemeClr val="tx1"/>
          </a:solidFill>
          <a:latin typeface="+mn-lt"/>
          <a:ea typeface="+mn-ea"/>
          <a:cs typeface="+mn-cs"/>
        </a:defRPr>
      </a:lvl3pPr>
      <a:lvl4pPr marL="6280305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8074678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9869051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1663423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3457796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5252169" indent="-897186" algn="l" defTabSz="3588746" rtl="0" eaLnBrk="1" latinLnBrk="0" hangingPunct="1">
        <a:lnSpc>
          <a:spcPct val="90000"/>
        </a:lnSpc>
        <a:spcBef>
          <a:spcPts val="1962"/>
        </a:spcBef>
        <a:buFont typeface="Arial" panose="020B0604020202020204" pitchFamily="34" charset="0"/>
        <a:buChar char="•"/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1pPr>
      <a:lvl2pPr marL="1794373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2pPr>
      <a:lvl3pPr marL="3588746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3pPr>
      <a:lvl4pPr marL="5383119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4pPr>
      <a:lvl5pPr marL="7177491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5pPr>
      <a:lvl6pPr marL="8971864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6pPr>
      <a:lvl7pPr marL="10766237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7pPr>
      <a:lvl8pPr marL="12560610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8pPr>
      <a:lvl9pPr marL="14354983" algn="l" defTabSz="3588746" rtl="0" eaLnBrk="1" latinLnBrk="0" hangingPunct="1">
        <a:defRPr sz="7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5981" y="0"/>
            <a:ext cx="47838462" cy="27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 descr="Shape, arrow&#10;&#10;Description automatically generated">
            <a:extLst>
              <a:ext uri="{FF2B5EF4-FFF2-40B4-BE49-F238E27FC236}">
                <a16:creationId xmlns:a16="http://schemas.microsoft.com/office/drawing/2014/main" id="{4AE880A3-F42F-49A1-AA33-F517D1F1F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3135" y="-2058988"/>
            <a:ext cx="32234553" cy="322345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5B0708-55CF-4EB7-A804-C091C1E49982}"/>
              </a:ext>
            </a:extLst>
          </p:cNvPr>
          <p:cNvSpPr txBox="1"/>
          <p:nvPr/>
        </p:nvSpPr>
        <p:spPr>
          <a:xfrm>
            <a:off x="39234692" y="10311429"/>
            <a:ext cx="45563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Outlet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78DCC-322A-4C00-8B88-4EF23A2E38D1}"/>
              </a:ext>
            </a:extLst>
          </p:cNvPr>
          <p:cNvSpPr txBox="1"/>
          <p:nvPr/>
        </p:nvSpPr>
        <p:spPr>
          <a:xfrm>
            <a:off x="37459501" y="19526002"/>
            <a:ext cx="45563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Outlet B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8A4AEB-1022-4098-A0C6-9B92CBEACF4D}"/>
              </a:ext>
            </a:extLst>
          </p:cNvPr>
          <p:cNvCxnSpPr>
            <a:cxnSpLocks/>
          </p:cNvCxnSpPr>
          <p:nvPr/>
        </p:nvCxnSpPr>
        <p:spPr>
          <a:xfrm rot="2700000">
            <a:off x="38357704" y="11505576"/>
            <a:ext cx="0" cy="182880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7F91C6-EE45-44D5-929B-EA7C542AFEF7}"/>
              </a:ext>
            </a:extLst>
          </p:cNvPr>
          <p:cNvCxnSpPr>
            <a:cxnSpLocks/>
          </p:cNvCxnSpPr>
          <p:nvPr/>
        </p:nvCxnSpPr>
        <p:spPr>
          <a:xfrm rot="3600000">
            <a:off x="36361265" y="20295964"/>
            <a:ext cx="0" cy="182880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A57618-802B-41A0-92FD-31444C299525}"/>
              </a:ext>
            </a:extLst>
          </p:cNvPr>
          <p:cNvCxnSpPr>
            <a:cxnSpLocks/>
          </p:cNvCxnSpPr>
          <p:nvPr/>
        </p:nvCxnSpPr>
        <p:spPr>
          <a:xfrm flipH="1">
            <a:off x="20395247" y="4229712"/>
            <a:ext cx="3580599" cy="9486288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724CEF-EFBC-4595-B670-B054BAB2F44B}"/>
              </a:ext>
            </a:extLst>
          </p:cNvPr>
          <p:cNvCxnSpPr>
            <a:cxnSpLocks/>
          </p:cNvCxnSpPr>
          <p:nvPr/>
        </p:nvCxnSpPr>
        <p:spPr>
          <a:xfrm>
            <a:off x="23975846" y="4229712"/>
            <a:ext cx="651206" cy="5256576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2FB81D-00FA-41EC-8D48-BCED965B9144}"/>
              </a:ext>
            </a:extLst>
          </p:cNvPr>
          <p:cNvSpPr txBox="1"/>
          <p:nvPr/>
        </p:nvSpPr>
        <p:spPr>
          <a:xfrm>
            <a:off x="20839518" y="2783162"/>
            <a:ext cx="62726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Electrodes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853E4E-7369-4AA8-875A-070AE0F3BB26}"/>
              </a:ext>
            </a:extLst>
          </p:cNvPr>
          <p:cNvCxnSpPr>
            <a:cxnSpLocks/>
          </p:cNvCxnSpPr>
          <p:nvPr/>
        </p:nvCxnSpPr>
        <p:spPr>
          <a:xfrm>
            <a:off x="8112737" y="5166360"/>
            <a:ext cx="2882599" cy="1218575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84015D3-4527-4943-BB23-54A8251AF3AD}"/>
              </a:ext>
            </a:extLst>
          </p:cNvPr>
          <p:cNvSpPr txBox="1"/>
          <p:nvPr/>
        </p:nvSpPr>
        <p:spPr>
          <a:xfrm>
            <a:off x="5694740" y="4223654"/>
            <a:ext cx="26767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Inlet</a:t>
            </a:r>
          </a:p>
        </p:txBody>
      </p:sp>
    </p:spTree>
    <p:extLst>
      <p:ext uri="{BB962C8B-B14F-4D97-AF65-F5344CB8AC3E}">
        <p14:creationId xmlns:p14="http://schemas.microsoft.com/office/powerpoint/2010/main" val="1723915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6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1</cp:revision>
  <dcterms:created xsi:type="dcterms:W3CDTF">2022-02-08T06:34:36Z</dcterms:created>
  <dcterms:modified xsi:type="dcterms:W3CDTF">2022-02-08T06:41:22Z</dcterms:modified>
</cp:coreProperties>
</file>