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3874413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43" d="100"/>
          <a:sy n="43" d="100"/>
        </p:scale>
        <p:origin x="1566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0581" y="2992968"/>
            <a:ext cx="20293251" cy="6366933"/>
          </a:xfrm>
        </p:spPr>
        <p:txBody>
          <a:bodyPr anchor="b"/>
          <a:lstStyle>
            <a:lvl1pPr algn="ctr">
              <a:defRPr sz="156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4302" y="9605435"/>
            <a:ext cx="17905810" cy="4415365"/>
          </a:xfrm>
        </p:spPr>
        <p:txBody>
          <a:bodyPr/>
          <a:lstStyle>
            <a:lvl1pPr marL="0" indent="0" algn="ctr">
              <a:buNone/>
              <a:defRPr sz="6266"/>
            </a:lvl1pPr>
            <a:lvl2pPr marL="1193703" indent="0" algn="ctr">
              <a:buNone/>
              <a:defRPr sz="5222"/>
            </a:lvl2pPr>
            <a:lvl3pPr marL="2387407" indent="0" algn="ctr">
              <a:buNone/>
              <a:defRPr sz="4700"/>
            </a:lvl3pPr>
            <a:lvl4pPr marL="3581110" indent="0" algn="ctr">
              <a:buNone/>
              <a:defRPr sz="4177"/>
            </a:lvl4pPr>
            <a:lvl5pPr marL="4774814" indent="0" algn="ctr">
              <a:buNone/>
              <a:defRPr sz="4177"/>
            </a:lvl5pPr>
            <a:lvl6pPr marL="5968517" indent="0" algn="ctr">
              <a:buNone/>
              <a:defRPr sz="4177"/>
            </a:lvl6pPr>
            <a:lvl7pPr marL="7162221" indent="0" algn="ctr">
              <a:buNone/>
              <a:defRPr sz="4177"/>
            </a:lvl7pPr>
            <a:lvl8pPr marL="8355924" indent="0" algn="ctr">
              <a:buNone/>
              <a:defRPr sz="4177"/>
            </a:lvl8pPr>
            <a:lvl9pPr marL="9549628" indent="0" algn="ctr">
              <a:buNone/>
              <a:defRPr sz="417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565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8038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8933" y="4559305"/>
            <a:ext cx="20591681" cy="7607299"/>
          </a:xfrm>
        </p:spPr>
        <p:txBody>
          <a:bodyPr anchor="b"/>
          <a:lstStyle>
            <a:lvl1pPr>
              <a:defRPr sz="156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8933" y="12238572"/>
            <a:ext cx="20591681" cy="4000499"/>
          </a:xfrm>
        </p:spPr>
        <p:txBody>
          <a:bodyPr/>
          <a:lstStyle>
            <a:lvl1pPr marL="0" indent="0">
              <a:buNone/>
              <a:defRPr sz="6266">
                <a:solidFill>
                  <a:schemeClr val="tx1"/>
                </a:solidFill>
              </a:defRPr>
            </a:lvl1pPr>
            <a:lvl2pPr marL="1193703" indent="0">
              <a:buNone/>
              <a:defRPr sz="5222">
                <a:solidFill>
                  <a:schemeClr val="tx1">
                    <a:tint val="75000"/>
                  </a:schemeClr>
                </a:solidFill>
              </a:defRPr>
            </a:lvl2pPr>
            <a:lvl3pPr marL="2387407" indent="0">
              <a:buNone/>
              <a:defRPr sz="4700">
                <a:solidFill>
                  <a:schemeClr val="tx1">
                    <a:tint val="75000"/>
                  </a:schemeClr>
                </a:solidFill>
              </a:defRPr>
            </a:lvl3pPr>
            <a:lvl4pPr marL="3581110" indent="0">
              <a:buNone/>
              <a:defRPr sz="4177">
                <a:solidFill>
                  <a:schemeClr val="tx1">
                    <a:tint val="75000"/>
                  </a:schemeClr>
                </a:solidFill>
              </a:defRPr>
            </a:lvl4pPr>
            <a:lvl5pPr marL="4774814" indent="0">
              <a:buNone/>
              <a:defRPr sz="4177">
                <a:solidFill>
                  <a:schemeClr val="tx1">
                    <a:tint val="75000"/>
                  </a:schemeClr>
                </a:solidFill>
              </a:defRPr>
            </a:lvl5pPr>
            <a:lvl6pPr marL="5968517" indent="0">
              <a:buNone/>
              <a:defRPr sz="4177">
                <a:solidFill>
                  <a:schemeClr val="tx1">
                    <a:tint val="75000"/>
                  </a:schemeClr>
                </a:solidFill>
              </a:defRPr>
            </a:lvl6pPr>
            <a:lvl7pPr marL="7162221" indent="0">
              <a:buNone/>
              <a:defRPr sz="4177">
                <a:solidFill>
                  <a:schemeClr val="tx1">
                    <a:tint val="75000"/>
                  </a:schemeClr>
                </a:solidFill>
              </a:defRPr>
            </a:lvl7pPr>
            <a:lvl8pPr marL="8355924" indent="0">
              <a:buNone/>
              <a:defRPr sz="4177">
                <a:solidFill>
                  <a:schemeClr val="tx1">
                    <a:tint val="75000"/>
                  </a:schemeClr>
                </a:solidFill>
              </a:defRPr>
            </a:lvl8pPr>
            <a:lvl9pPr marL="9549628" indent="0">
              <a:buNone/>
              <a:defRPr sz="41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33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1366" y="4868333"/>
            <a:ext cx="10146626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86421" y="4868333"/>
            <a:ext cx="10146626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27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476" y="973671"/>
            <a:ext cx="20591681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4478" y="4483101"/>
            <a:ext cx="10099994" cy="2197099"/>
          </a:xfrm>
        </p:spPr>
        <p:txBody>
          <a:bodyPr anchor="b"/>
          <a:lstStyle>
            <a:lvl1pPr marL="0" indent="0">
              <a:buNone/>
              <a:defRPr sz="6266" b="1"/>
            </a:lvl1pPr>
            <a:lvl2pPr marL="1193703" indent="0">
              <a:buNone/>
              <a:defRPr sz="5222" b="1"/>
            </a:lvl2pPr>
            <a:lvl3pPr marL="2387407" indent="0">
              <a:buNone/>
              <a:defRPr sz="4700" b="1"/>
            </a:lvl3pPr>
            <a:lvl4pPr marL="3581110" indent="0">
              <a:buNone/>
              <a:defRPr sz="4177" b="1"/>
            </a:lvl4pPr>
            <a:lvl5pPr marL="4774814" indent="0">
              <a:buNone/>
              <a:defRPr sz="4177" b="1"/>
            </a:lvl5pPr>
            <a:lvl6pPr marL="5968517" indent="0">
              <a:buNone/>
              <a:defRPr sz="4177" b="1"/>
            </a:lvl6pPr>
            <a:lvl7pPr marL="7162221" indent="0">
              <a:buNone/>
              <a:defRPr sz="4177" b="1"/>
            </a:lvl7pPr>
            <a:lvl8pPr marL="8355924" indent="0">
              <a:buNone/>
              <a:defRPr sz="4177" b="1"/>
            </a:lvl8pPr>
            <a:lvl9pPr marL="9549628" indent="0">
              <a:buNone/>
              <a:defRPr sz="41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4478" y="6680200"/>
            <a:ext cx="10099994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86423" y="4483101"/>
            <a:ext cx="10149735" cy="2197099"/>
          </a:xfrm>
        </p:spPr>
        <p:txBody>
          <a:bodyPr anchor="b"/>
          <a:lstStyle>
            <a:lvl1pPr marL="0" indent="0">
              <a:buNone/>
              <a:defRPr sz="6266" b="1"/>
            </a:lvl1pPr>
            <a:lvl2pPr marL="1193703" indent="0">
              <a:buNone/>
              <a:defRPr sz="5222" b="1"/>
            </a:lvl2pPr>
            <a:lvl3pPr marL="2387407" indent="0">
              <a:buNone/>
              <a:defRPr sz="4700" b="1"/>
            </a:lvl3pPr>
            <a:lvl4pPr marL="3581110" indent="0">
              <a:buNone/>
              <a:defRPr sz="4177" b="1"/>
            </a:lvl4pPr>
            <a:lvl5pPr marL="4774814" indent="0">
              <a:buNone/>
              <a:defRPr sz="4177" b="1"/>
            </a:lvl5pPr>
            <a:lvl6pPr marL="5968517" indent="0">
              <a:buNone/>
              <a:defRPr sz="4177" b="1"/>
            </a:lvl6pPr>
            <a:lvl7pPr marL="7162221" indent="0">
              <a:buNone/>
              <a:defRPr sz="4177" b="1"/>
            </a:lvl7pPr>
            <a:lvl8pPr marL="8355924" indent="0">
              <a:buNone/>
              <a:defRPr sz="4177" b="1"/>
            </a:lvl8pPr>
            <a:lvl9pPr marL="9549628" indent="0">
              <a:buNone/>
              <a:defRPr sz="41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86423" y="6680200"/>
            <a:ext cx="10149735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08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20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4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475" y="1219200"/>
            <a:ext cx="7700120" cy="4267200"/>
          </a:xfrm>
        </p:spPr>
        <p:txBody>
          <a:bodyPr anchor="b"/>
          <a:lstStyle>
            <a:lvl1pPr>
              <a:defRPr sz="8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9735" y="2633138"/>
            <a:ext cx="12086422" cy="12996333"/>
          </a:xfrm>
        </p:spPr>
        <p:txBody>
          <a:bodyPr/>
          <a:lstStyle>
            <a:lvl1pPr>
              <a:defRPr sz="8355"/>
            </a:lvl1pPr>
            <a:lvl2pPr>
              <a:defRPr sz="7311"/>
            </a:lvl2pPr>
            <a:lvl3pPr>
              <a:defRPr sz="6266"/>
            </a:lvl3pPr>
            <a:lvl4pPr>
              <a:defRPr sz="5222"/>
            </a:lvl4pPr>
            <a:lvl5pPr>
              <a:defRPr sz="5222"/>
            </a:lvl5pPr>
            <a:lvl6pPr>
              <a:defRPr sz="5222"/>
            </a:lvl6pPr>
            <a:lvl7pPr>
              <a:defRPr sz="5222"/>
            </a:lvl7pPr>
            <a:lvl8pPr>
              <a:defRPr sz="5222"/>
            </a:lvl8pPr>
            <a:lvl9pPr>
              <a:defRPr sz="52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4475" y="5486400"/>
            <a:ext cx="7700120" cy="10164235"/>
          </a:xfrm>
        </p:spPr>
        <p:txBody>
          <a:bodyPr/>
          <a:lstStyle>
            <a:lvl1pPr marL="0" indent="0">
              <a:buNone/>
              <a:defRPr sz="4177"/>
            </a:lvl1pPr>
            <a:lvl2pPr marL="1193703" indent="0">
              <a:buNone/>
              <a:defRPr sz="3655"/>
            </a:lvl2pPr>
            <a:lvl3pPr marL="2387407" indent="0">
              <a:buNone/>
              <a:defRPr sz="3133"/>
            </a:lvl3pPr>
            <a:lvl4pPr marL="3581110" indent="0">
              <a:buNone/>
              <a:defRPr sz="2611"/>
            </a:lvl4pPr>
            <a:lvl5pPr marL="4774814" indent="0">
              <a:buNone/>
              <a:defRPr sz="2611"/>
            </a:lvl5pPr>
            <a:lvl6pPr marL="5968517" indent="0">
              <a:buNone/>
              <a:defRPr sz="2611"/>
            </a:lvl6pPr>
            <a:lvl7pPr marL="7162221" indent="0">
              <a:buNone/>
              <a:defRPr sz="2611"/>
            </a:lvl7pPr>
            <a:lvl8pPr marL="8355924" indent="0">
              <a:buNone/>
              <a:defRPr sz="2611"/>
            </a:lvl8pPr>
            <a:lvl9pPr marL="9549628" indent="0">
              <a:buNone/>
              <a:defRPr sz="26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901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475" y="1219200"/>
            <a:ext cx="7700120" cy="4267200"/>
          </a:xfrm>
        </p:spPr>
        <p:txBody>
          <a:bodyPr anchor="b"/>
          <a:lstStyle>
            <a:lvl1pPr>
              <a:defRPr sz="8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49735" y="2633138"/>
            <a:ext cx="12086422" cy="12996333"/>
          </a:xfrm>
        </p:spPr>
        <p:txBody>
          <a:bodyPr anchor="t"/>
          <a:lstStyle>
            <a:lvl1pPr marL="0" indent="0">
              <a:buNone/>
              <a:defRPr sz="8355"/>
            </a:lvl1pPr>
            <a:lvl2pPr marL="1193703" indent="0">
              <a:buNone/>
              <a:defRPr sz="7311"/>
            </a:lvl2pPr>
            <a:lvl3pPr marL="2387407" indent="0">
              <a:buNone/>
              <a:defRPr sz="6266"/>
            </a:lvl3pPr>
            <a:lvl4pPr marL="3581110" indent="0">
              <a:buNone/>
              <a:defRPr sz="5222"/>
            </a:lvl4pPr>
            <a:lvl5pPr marL="4774814" indent="0">
              <a:buNone/>
              <a:defRPr sz="5222"/>
            </a:lvl5pPr>
            <a:lvl6pPr marL="5968517" indent="0">
              <a:buNone/>
              <a:defRPr sz="5222"/>
            </a:lvl6pPr>
            <a:lvl7pPr marL="7162221" indent="0">
              <a:buNone/>
              <a:defRPr sz="5222"/>
            </a:lvl7pPr>
            <a:lvl8pPr marL="8355924" indent="0">
              <a:buNone/>
              <a:defRPr sz="5222"/>
            </a:lvl8pPr>
            <a:lvl9pPr marL="9549628" indent="0">
              <a:buNone/>
              <a:defRPr sz="52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4475" y="5486400"/>
            <a:ext cx="7700120" cy="10164235"/>
          </a:xfrm>
        </p:spPr>
        <p:txBody>
          <a:bodyPr/>
          <a:lstStyle>
            <a:lvl1pPr marL="0" indent="0">
              <a:buNone/>
              <a:defRPr sz="4177"/>
            </a:lvl1pPr>
            <a:lvl2pPr marL="1193703" indent="0">
              <a:buNone/>
              <a:defRPr sz="3655"/>
            </a:lvl2pPr>
            <a:lvl3pPr marL="2387407" indent="0">
              <a:buNone/>
              <a:defRPr sz="3133"/>
            </a:lvl3pPr>
            <a:lvl4pPr marL="3581110" indent="0">
              <a:buNone/>
              <a:defRPr sz="2611"/>
            </a:lvl4pPr>
            <a:lvl5pPr marL="4774814" indent="0">
              <a:buNone/>
              <a:defRPr sz="2611"/>
            </a:lvl5pPr>
            <a:lvl6pPr marL="5968517" indent="0">
              <a:buNone/>
              <a:defRPr sz="2611"/>
            </a:lvl6pPr>
            <a:lvl7pPr marL="7162221" indent="0">
              <a:buNone/>
              <a:defRPr sz="2611"/>
            </a:lvl7pPr>
            <a:lvl8pPr marL="8355924" indent="0">
              <a:buNone/>
              <a:defRPr sz="2611"/>
            </a:lvl8pPr>
            <a:lvl9pPr marL="9549628" indent="0">
              <a:buNone/>
              <a:defRPr sz="26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1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82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85128" y="973667"/>
            <a:ext cx="514792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1367" y="973667"/>
            <a:ext cx="15145331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75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1366" y="973671"/>
            <a:ext cx="20591681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1366" y="4868333"/>
            <a:ext cx="20591681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1366" y="16950271"/>
            <a:ext cx="537174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1E702-5166-406D-8D09-4A3B89AE5CF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08400" y="16950271"/>
            <a:ext cx="8057614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861304" y="16950271"/>
            <a:ext cx="537174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AE119-7AB4-44D6-BBB1-E0E43568E7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66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387407" rtl="0" eaLnBrk="1" latinLnBrk="0" hangingPunct="1">
        <a:lnSpc>
          <a:spcPct val="90000"/>
        </a:lnSpc>
        <a:spcBef>
          <a:spcPct val="0"/>
        </a:spcBef>
        <a:buNone/>
        <a:defRPr sz="114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96852" indent="-596852" algn="l" defTabSz="2387407" rtl="0" eaLnBrk="1" latinLnBrk="0" hangingPunct="1">
        <a:lnSpc>
          <a:spcPct val="90000"/>
        </a:lnSpc>
        <a:spcBef>
          <a:spcPts val="2611"/>
        </a:spcBef>
        <a:buFont typeface="Arial" panose="020B0604020202020204" pitchFamily="34" charset="0"/>
        <a:buChar char="•"/>
        <a:defRPr sz="7311" kern="1200">
          <a:solidFill>
            <a:schemeClr val="tx1"/>
          </a:solidFill>
          <a:latin typeface="+mn-lt"/>
          <a:ea typeface="+mn-ea"/>
          <a:cs typeface="+mn-cs"/>
        </a:defRPr>
      </a:lvl1pPr>
      <a:lvl2pPr marL="1790555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6266" kern="1200">
          <a:solidFill>
            <a:schemeClr val="tx1"/>
          </a:solidFill>
          <a:latin typeface="+mn-lt"/>
          <a:ea typeface="+mn-ea"/>
          <a:cs typeface="+mn-cs"/>
        </a:defRPr>
      </a:lvl2pPr>
      <a:lvl3pPr marL="2984259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5222" kern="1200">
          <a:solidFill>
            <a:schemeClr val="tx1"/>
          </a:solidFill>
          <a:latin typeface="+mn-lt"/>
          <a:ea typeface="+mn-ea"/>
          <a:cs typeface="+mn-cs"/>
        </a:defRPr>
      </a:lvl3pPr>
      <a:lvl4pPr marL="4177962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4pPr>
      <a:lvl5pPr marL="5371666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5pPr>
      <a:lvl6pPr marL="6565369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6pPr>
      <a:lvl7pPr marL="7759073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7pPr>
      <a:lvl8pPr marL="8952776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8pPr>
      <a:lvl9pPr marL="10146480" indent="-596852" algn="l" defTabSz="2387407" rtl="0" eaLnBrk="1" latinLnBrk="0" hangingPunct="1">
        <a:lnSpc>
          <a:spcPct val="90000"/>
        </a:lnSpc>
        <a:spcBef>
          <a:spcPts val="1305"/>
        </a:spcBef>
        <a:buFont typeface="Arial" panose="020B0604020202020204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1pPr>
      <a:lvl2pPr marL="1193703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2pPr>
      <a:lvl3pPr marL="2387407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3pPr>
      <a:lvl4pPr marL="3581110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4pPr>
      <a:lvl5pPr marL="4774814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5pPr>
      <a:lvl6pPr marL="5968517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6pPr>
      <a:lvl7pPr marL="7162221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7pPr>
      <a:lvl8pPr marL="8355924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8pPr>
      <a:lvl9pPr marL="9549628" algn="l" defTabSz="2387407" rtl="0" eaLnBrk="1" latinLnBrk="0" hangingPunct="1">
        <a:defRPr sz="4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arrow&#10;&#10;Description automatically generated">
            <a:extLst>
              <a:ext uri="{FF2B5EF4-FFF2-40B4-BE49-F238E27FC236}">
                <a16:creationId xmlns:a16="http://schemas.microsoft.com/office/drawing/2014/main" id="{4AE880A3-F42F-49A1-AA33-F517D1F1F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67" y="-1642003"/>
            <a:ext cx="21572003" cy="21572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5B0708-55CF-4EB7-A804-C091C1E49982}"/>
              </a:ext>
            </a:extLst>
          </p:cNvPr>
          <p:cNvSpPr txBox="1"/>
          <p:nvPr/>
        </p:nvSpPr>
        <p:spPr>
          <a:xfrm>
            <a:off x="20129192" y="6731651"/>
            <a:ext cx="4084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Outlet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C78DCC-322A-4C00-8B88-4EF23A2E38D1}"/>
              </a:ext>
            </a:extLst>
          </p:cNvPr>
          <p:cNvSpPr txBox="1"/>
          <p:nvPr/>
        </p:nvSpPr>
        <p:spPr>
          <a:xfrm>
            <a:off x="19654663" y="15754626"/>
            <a:ext cx="4084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Outlet B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8A4AEB-1022-4098-A0C6-9B92CBEACF4D}"/>
              </a:ext>
            </a:extLst>
          </p:cNvPr>
          <p:cNvCxnSpPr>
            <a:cxnSpLocks/>
          </p:cNvCxnSpPr>
          <p:nvPr/>
        </p:nvCxnSpPr>
        <p:spPr>
          <a:xfrm flipH="1">
            <a:off x="21374511" y="7931980"/>
            <a:ext cx="548787" cy="1534620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7F91C6-EE45-44D5-929B-EA7C542AFEF7}"/>
              </a:ext>
            </a:extLst>
          </p:cNvPr>
          <p:cNvCxnSpPr>
            <a:cxnSpLocks/>
          </p:cNvCxnSpPr>
          <p:nvPr/>
        </p:nvCxnSpPr>
        <p:spPr>
          <a:xfrm flipH="1" flipV="1">
            <a:off x="19126216" y="15060263"/>
            <a:ext cx="1213608" cy="694363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A57618-802B-41A0-92FD-31444C299525}"/>
              </a:ext>
            </a:extLst>
          </p:cNvPr>
          <p:cNvCxnSpPr>
            <a:cxnSpLocks/>
          </p:cNvCxnSpPr>
          <p:nvPr/>
        </p:nvCxnSpPr>
        <p:spPr>
          <a:xfrm flipH="1">
            <a:off x="10175971" y="3266478"/>
            <a:ext cx="1876434" cy="5877522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724CEF-EFBC-4595-B670-B054BAB2F44B}"/>
              </a:ext>
            </a:extLst>
          </p:cNvPr>
          <p:cNvCxnSpPr>
            <a:cxnSpLocks/>
          </p:cNvCxnSpPr>
          <p:nvPr/>
        </p:nvCxnSpPr>
        <p:spPr>
          <a:xfrm>
            <a:off x="12052405" y="3266478"/>
            <a:ext cx="437185" cy="2926704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62FB81D-00FA-41EC-8D48-BCED965B9144}"/>
              </a:ext>
            </a:extLst>
          </p:cNvPr>
          <p:cNvSpPr txBox="1"/>
          <p:nvPr/>
        </p:nvSpPr>
        <p:spPr>
          <a:xfrm>
            <a:off x="10175971" y="2023629"/>
            <a:ext cx="56235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Electrodes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0853E4E-7369-4AA8-875A-070AE0F3BB26}"/>
              </a:ext>
            </a:extLst>
          </p:cNvPr>
          <p:cNvCxnSpPr>
            <a:cxnSpLocks/>
          </p:cNvCxnSpPr>
          <p:nvPr/>
        </p:nvCxnSpPr>
        <p:spPr>
          <a:xfrm>
            <a:off x="2857096" y="2962481"/>
            <a:ext cx="1438239" cy="607994"/>
          </a:xfrm>
          <a:prstGeom prst="line">
            <a:avLst/>
          </a:prstGeom>
          <a:ln w="571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84015D3-4527-4943-BB23-54A8251AF3AD}"/>
              </a:ext>
            </a:extLst>
          </p:cNvPr>
          <p:cNvSpPr txBox="1"/>
          <p:nvPr/>
        </p:nvSpPr>
        <p:spPr>
          <a:xfrm>
            <a:off x="811802" y="2066149"/>
            <a:ext cx="2399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Inlet</a:t>
            </a:r>
          </a:p>
        </p:txBody>
      </p:sp>
    </p:spTree>
    <p:extLst>
      <p:ext uri="{BB962C8B-B14F-4D97-AF65-F5344CB8AC3E}">
        <p14:creationId xmlns:p14="http://schemas.microsoft.com/office/powerpoint/2010/main" val="1723915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6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2</cp:revision>
  <dcterms:created xsi:type="dcterms:W3CDTF">2022-02-08T06:34:36Z</dcterms:created>
  <dcterms:modified xsi:type="dcterms:W3CDTF">2022-02-09T04:12:15Z</dcterms:modified>
</cp:coreProperties>
</file>