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47850425" cy="2743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26" d="100"/>
          <a:sy n="26" d="100"/>
        </p:scale>
        <p:origin x="55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81303" y="4489452"/>
            <a:ext cx="35887819" cy="9550400"/>
          </a:xfrm>
        </p:spPr>
        <p:txBody>
          <a:bodyPr anchor="b"/>
          <a:lstStyle>
            <a:lvl1pPr algn="ctr">
              <a:defRPr sz="235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81303" y="14408152"/>
            <a:ext cx="35887819" cy="6623048"/>
          </a:xfrm>
        </p:spPr>
        <p:txBody>
          <a:bodyPr/>
          <a:lstStyle>
            <a:lvl1pPr marL="0" indent="0" algn="ctr">
              <a:buNone/>
              <a:defRPr sz="9419"/>
            </a:lvl1pPr>
            <a:lvl2pPr marL="1794373" indent="0" algn="ctr">
              <a:buNone/>
              <a:defRPr sz="7849"/>
            </a:lvl2pPr>
            <a:lvl3pPr marL="3588746" indent="0" algn="ctr">
              <a:buNone/>
              <a:defRPr sz="7064"/>
            </a:lvl3pPr>
            <a:lvl4pPr marL="5383119" indent="0" algn="ctr">
              <a:buNone/>
              <a:defRPr sz="6280"/>
            </a:lvl4pPr>
            <a:lvl5pPr marL="7177491" indent="0" algn="ctr">
              <a:buNone/>
              <a:defRPr sz="6280"/>
            </a:lvl5pPr>
            <a:lvl6pPr marL="8971864" indent="0" algn="ctr">
              <a:buNone/>
              <a:defRPr sz="6280"/>
            </a:lvl6pPr>
            <a:lvl7pPr marL="10766237" indent="0" algn="ctr">
              <a:buNone/>
              <a:defRPr sz="6280"/>
            </a:lvl7pPr>
            <a:lvl8pPr marL="12560610" indent="0" algn="ctr">
              <a:buNone/>
              <a:defRPr sz="6280"/>
            </a:lvl8pPr>
            <a:lvl9pPr marL="14354983" indent="0" algn="ctr">
              <a:buNone/>
              <a:defRPr sz="6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FC61F-A6D0-4F2A-BAA7-A7D38E3EBE3D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806E2-316A-457F-9D77-900A15FCDA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997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FC61F-A6D0-4F2A-BAA7-A7D38E3EBE3D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806E2-316A-457F-9D77-900A15FCDA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1257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4794" y="6838954"/>
            <a:ext cx="41270992" cy="11410948"/>
          </a:xfrm>
        </p:spPr>
        <p:txBody>
          <a:bodyPr anchor="b"/>
          <a:lstStyle>
            <a:lvl1pPr>
              <a:defRPr sz="235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64794" y="18357854"/>
            <a:ext cx="41270992" cy="6000748"/>
          </a:xfrm>
        </p:spPr>
        <p:txBody>
          <a:bodyPr/>
          <a:lstStyle>
            <a:lvl1pPr marL="0" indent="0">
              <a:buNone/>
              <a:defRPr sz="9419">
                <a:solidFill>
                  <a:schemeClr val="tx1">
                    <a:tint val="75000"/>
                  </a:schemeClr>
                </a:solidFill>
              </a:defRPr>
            </a:lvl1pPr>
            <a:lvl2pPr marL="1794373" indent="0">
              <a:buNone/>
              <a:defRPr sz="7849">
                <a:solidFill>
                  <a:schemeClr val="tx1">
                    <a:tint val="75000"/>
                  </a:schemeClr>
                </a:solidFill>
              </a:defRPr>
            </a:lvl2pPr>
            <a:lvl3pPr marL="3588746" indent="0">
              <a:buNone/>
              <a:defRPr sz="7064">
                <a:solidFill>
                  <a:schemeClr val="tx1">
                    <a:tint val="75000"/>
                  </a:schemeClr>
                </a:solidFill>
              </a:defRPr>
            </a:lvl3pPr>
            <a:lvl4pPr marL="5383119" indent="0">
              <a:buNone/>
              <a:defRPr sz="6280">
                <a:solidFill>
                  <a:schemeClr val="tx1">
                    <a:tint val="75000"/>
                  </a:schemeClr>
                </a:solidFill>
              </a:defRPr>
            </a:lvl4pPr>
            <a:lvl5pPr marL="7177491" indent="0">
              <a:buNone/>
              <a:defRPr sz="6280">
                <a:solidFill>
                  <a:schemeClr val="tx1">
                    <a:tint val="75000"/>
                  </a:schemeClr>
                </a:solidFill>
              </a:defRPr>
            </a:lvl5pPr>
            <a:lvl6pPr marL="8971864" indent="0">
              <a:buNone/>
              <a:defRPr sz="6280">
                <a:solidFill>
                  <a:schemeClr val="tx1">
                    <a:tint val="75000"/>
                  </a:schemeClr>
                </a:solidFill>
              </a:defRPr>
            </a:lvl6pPr>
            <a:lvl7pPr marL="10766237" indent="0">
              <a:buNone/>
              <a:defRPr sz="6280">
                <a:solidFill>
                  <a:schemeClr val="tx1">
                    <a:tint val="75000"/>
                  </a:schemeClr>
                </a:solidFill>
              </a:defRPr>
            </a:lvl7pPr>
            <a:lvl8pPr marL="12560610" indent="0">
              <a:buNone/>
              <a:defRPr sz="6280">
                <a:solidFill>
                  <a:schemeClr val="tx1">
                    <a:tint val="75000"/>
                  </a:schemeClr>
                </a:solidFill>
              </a:defRPr>
            </a:lvl8pPr>
            <a:lvl9pPr marL="14354983" indent="0">
              <a:buNone/>
              <a:defRPr sz="62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FC61F-A6D0-4F2A-BAA7-A7D38E3EBE3D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806E2-316A-457F-9D77-900A15FCDA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6432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89717" y="7302500"/>
            <a:ext cx="20336431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224277" y="7302500"/>
            <a:ext cx="20336431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FC61F-A6D0-4F2A-BAA7-A7D38E3EBE3D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806E2-316A-457F-9D77-900A15FCDA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6076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5949" y="1460502"/>
            <a:ext cx="41270992" cy="53022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95951" y="6724652"/>
            <a:ext cx="20242971" cy="3295648"/>
          </a:xfrm>
        </p:spPr>
        <p:txBody>
          <a:bodyPr anchor="b"/>
          <a:lstStyle>
            <a:lvl1pPr marL="0" indent="0">
              <a:buNone/>
              <a:defRPr sz="9419" b="1"/>
            </a:lvl1pPr>
            <a:lvl2pPr marL="1794373" indent="0">
              <a:buNone/>
              <a:defRPr sz="7849" b="1"/>
            </a:lvl2pPr>
            <a:lvl3pPr marL="3588746" indent="0">
              <a:buNone/>
              <a:defRPr sz="7064" b="1"/>
            </a:lvl3pPr>
            <a:lvl4pPr marL="5383119" indent="0">
              <a:buNone/>
              <a:defRPr sz="6280" b="1"/>
            </a:lvl4pPr>
            <a:lvl5pPr marL="7177491" indent="0">
              <a:buNone/>
              <a:defRPr sz="6280" b="1"/>
            </a:lvl5pPr>
            <a:lvl6pPr marL="8971864" indent="0">
              <a:buNone/>
              <a:defRPr sz="6280" b="1"/>
            </a:lvl6pPr>
            <a:lvl7pPr marL="10766237" indent="0">
              <a:buNone/>
              <a:defRPr sz="6280" b="1"/>
            </a:lvl7pPr>
            <a:lvl8pPr marL="12560610" indent="0">
              <a:buNone/>
              <a:defRPr sz="6280" b="1"/>
            </a:lvl8pPr>
            <a:lvl9pPr marL="14354983" indent="0">
              <a:buNone/>
              <a:defRPr sz="6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95951" y="10020300"/>
            <a:ext cx="20242971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224278" y="6724652"/>
            <a:ext cx="20342663" cy="3295648"/>
          </a:xfrm>
        </p:spPr>
        <p:txBody>
          <a:bodyPr anchor="b"/>
          <a:lstStyle>
            <a:lvl1pPr marL="0" indent="0">
              <a:buNone/>
              <a:defRPr sz="9419" b="1"/>
            </a:lvl1pPr>
            <a:lvl2pPr marL="1794373" indent="0">
              <a:buNone/>
              <a:defRPr sz="7849" b="1"/>
            </a:lvl2pPr>
            <a:lvl3pPr marL="3588746" indent="0">
              <a:buNone/>
              <a:defRPr sz="7064" b="1"/>
            </a:lvl3pPr>
            <a:lvl4pPr marL="5383119" indent="0">
              <a:buNone/>
              <a:defRPr sz="6280" b="1"/>
            </a:lvl4pPr>
            <a:lvl5pPr marL="7177491" indent="0">
              <a:buNone/>
              <a:defRPr sz="6280" b="1"/>
            </a:lvl5pPr>
            <a:lvl6pPr marL="8971864" indent="0">
              <a:buNone/>
              <a:defRPr sz="6280" b="1"/>
            </a:lvl6pPr>
            <a:lvl7pPr marL="10766237" indent="0">
              <a:buNone/>
              <a:defRPr sz="6280" b="1"/>
            </a:lvl7pPr>
            <a:lvl8pPr marL="12560610" indent="0">
              <a:buNone/>
              <a:defRPr sz="6280" b="1"/>
            </a:lvl8pPr>
            <a:lvl9pPr marL="14354983" indent="0">
              <a:buNone/>
              <a:defRPr sz="6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224278" y="10020300"/>
            <a:ext cx="20342663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FC61F-A6D0-4F2A-BAA7-A7D38E3EBE3D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806E2-316A-457F-9D77-900A15FCDA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0897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FC61F-A6D0-4F2A-BAA7-A7D38E3EBE3D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806E2-316A-457F-9D77-900A15FCDA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1125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FC61F-A6D0-4F2A-BAA7-A7D38E3EBE3D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806E2-316A-457F-9D77-900A15FCDA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602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5951" y="1828800"/>
            <a:ext cx="15433006" cy="6400800"/>
          </a:xfrm>
        </p:spPr>
        <p:txBody>
          <a:bodyPr anchor="b"/>
          <a:lstStyle>
            <a:lvl1pPr>
              <a:defRPr sz="125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42663" y="3949702"/>
            <a:ext cx="24224278" cy="19494500"/>
          </a:xfrm>
        </p:spPr>
        <p:txBody>
          <a:bodyPr/>
          <a:lstStyle>
            <a:lvl1pPr>
              <a:defRPr sz="12559"/>
            </a:lvl1pPr>
            <a:lvl2pPr>
              <a:defRPr sz="10989"/>
            </a:lvl2pPr>
            <a:lvl3pPr>
              <a:defRPr sz="9419"/>
            </a:lvl3pPr>
            <a:lvl4pPr>
              <a:defRPr sz="7849"/>
            </a:lvl4pPr>
            <a:lvl5pPr>
              <a:defRPr sz="7849"/>
            </a:lvl5pPr>
            <a:lvl6pPr>
              <a:defRPr sz="7849"/>
            </a:lvl6pPr>
            <a:lvl7pPr>
              <a:defRPr sz="7849"/>
            </a:lvl7pPr>
            <a:lvl8pPr>
              <a:defRPr sz="7849"/>
            </a:lvl8pPr>
            <a:lvl9pPr>
              <a:defRPr sz="78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95951" y="8229600"/>
            <a:ext cx="15433006" cy="15246352"/>
          </a:xfrm>
        </p:spPr>
        <p:txBody>
          <a:bodyPr/>
          <a:lstStyle>
            <a:lvl1pPr marL="0" indent="0">
              <a:buNone/>
              <a:defRPr sz="6280"/>
            </a:lvl1pPr>
            <a:lvl2pPr marL="1794373" indent="0">
              <a:buNone/>
              <a:defRPr sz="5495"/>
            </a:lvl2pPr>
            <a:lvl3pPr marL="3588746" indent="0">
              <a:buNone/>
              <a:defRPr sz="4710"/>
            </a:lvl3pPr>
            <a:lvl4pPr marL="5383119" indent="0">
              <a:buNone/>
              <a:defRPr sz="3925"/>
            </a:lvl4pPr>
            <a:lvl5pPr marL="7177491" indent="0">
              <a:buNone/>
              <a:defRPr sz="3925"/>
            </a:lvl5pPr>
            <a:lvl6pPr marL="8971864" indent="0">
              <a:buNone/>
              <a:defRPr sz="3925"/>
            </a:lvl6pPr>
            <a:lvl7pPr marL="10766237" indent="0">
              <a:buNone/>
              <a:defRPr sz="3925"/>
            </a:lvl7pPr>
            <a:lvl8pPr marL="12560610" indent="0">
              <a:buNone/>
              <a:defRPr sz="3925"/>
            </a:lvl8pPr>
            <a:lvl9pPr marL="14354983" indent="0">
              <a:buNone/>
              <a:defRPr sz="39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FC61F-A6D0-4F2A-BAA7-A7D38E3EBE3D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806E2-316A-457F-9D77-900A15FCDA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719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5951" y="1828800"/>
            <a:ext cx="15433006" cy="6400800"/>
          </a:xfrm>
        </p:spPr>
        <p:txBody>
          <a:bodyPr anchor="b"/>
          <a:lstStyle>
            <a:lvl1pPr>
              <a:defRPr sz="125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342663" y="3949702"/>
            <a:ext cx="24224278" cy="19494500"/>
          </a:xfrm>
        </p:spPr>
        <p:txBody>
          <a:bodyPr anchor="t"/>
          <a:lstStyle>
            <a:lvl1pPr marL="0" indent="0">
              <a:buNone/>
              <a:defRPr sz="12559"/>
            </a:lvl1pPr>
            <a:lvl2pPr marL="1794373" indent="0">
              <a:buNone/>
              <a:defRPr sz="10989"/>
            </a:lvl2pPr>
            <a:lvl3pPr marL="3588746" indent="0">
              <a:buNone/>
              <a:defRPr sz="9419"/>
            </a:lvl3pPr>
            <a:lvl4pPr marL="5383119" indent="0">
              <a:buNone/>
              <a:defRPr sz="7849"/>
            </a:lvl4pPr>
            <a:lvl5pPr marL="7177491" indent="0">
              <a:buNone/>
              <a:defRPr sz="7849"/>
            </a:lvl5pPr>
            <a:lvl6pPr marL="8971864" indent="0">
              <a:buNone/>
              <a:defRPr sz="7849"/>
            </a:lvl6pPr>
            <a:lvl7pPr marL="10766237" indent="0">
              <a:buNone/>
              <a:defRPr sz="7849"/>
            </a:lvl7pPr>
            <a:lvl8pPr marL="12560610" indent="0">
              <a:buNone/>
              <a:defRPr sz="7849"/>
            </a:lvl8pPr>
            <a:lvl9pPr marL="14354983" indent="0">
              <a:buNone/>
              <a:defRPr sz="784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95951" y="8229600"/>
            <a:ext cx="15433006" cy="15246352"/>
          </a:xfrm>
        </p:spPr>
        <p:txBody>
          <a:bodyPr/>
          <a:lstStyle>
            <a:lvl1pPr marL="0" indent="0">
              <a:buNone/>
              <a:defRPr sz="6280"/>
            </a:lvl1pPr>
            <a:lvl2pPr marL="1794373" indent="0">
              <a:buNone/>
              <a:defRPr sz="5495"/>
            </a:lvl2pPr>
            <a:lvl3pPr marL="3588746" indent="0">
              <a:buNone/>
              <a:defRPr sz="4710"/>
            </a:lvl3pPr>
            <a:lvl4pPr marL="5383119" indent="0">
              <a:buNone/>
              <a:defRPr sz="3925"/>
            </a:lvl4pPr>
            <a:lvl5pPr marL="7177491" indent="0">
              <a:buNone/>
              <a:defRPr sz="3925"/>
            </a:lvl5pPr>
            <a:lvl6pPr marL="8971864" indent="0">
              <a:buNone/>
              <a:defRPr sz="3925"/>
            </a:lvl6pPr>
            <a:lvl7pPr marL="10766237" indent="0">
              <a:buNone/>
              <a:defRPr sz="3925"/>
            </a:lvl7pPr>
            <a:lvl8pPr marL="12560610" indent="0">
              <a:buNone/>
              <a:defRPr sz="3925"/>
            </a:lvl8pPr>
            <a:lvl9pPr marL="14354983" indent="0">
              <a:buNone/>
              <a:defRPr sz="39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FC61F-A6D0-4F2A-BAA7-A7D38E3EBE3D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806E2-316A-457F-9D77-900A15FCDA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0627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FC61F-A6D0-4F2A-BAA7-A7D38E3EBE3D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806E2-316A-457F-9D77-900A15FCDA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6828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242960" y="1460500"/>
            <a:ext cx="10317748" cy="232473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89717" y="1460500"/>
            <a:ext cx="30355113" cy="232473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FC61F-A6D0-4F2A-BAA7-A7D38E3EBE3D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806E2-316A-457F-9D77-900A15FCDA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5322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89717" y="1460502"/>
            <a:ext cx="41270992" cy="5302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89717" y="7302500"/>
            <a:ext cx="41270992" cy="17405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89717" y="25425402"/>
            <a:ext cx="10766346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7FC61F-A6D0-4F2A-BAA7-A7D38E3EBE3D}" type="datetimeFigureOut">
              <a:rPr lang="en-AU" smtClean="0"/>
              <a:t>3/02/2022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850454" y="25425402"/>
            <a:ext cx="16149518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794362" y="25425402"/>
            <a:ext cx="10766346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806E2-316A-457F-9D77-900A15FCDA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0636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588746" rtl="0" eaLnBrk="1" latinLnBrk="0" hangingPunct="1">
        <a:lnSpc>
          <a:spcPct val="90000"/>
        </a:lnSpc>
        <a:spcBef>
          <a:spcPct val="0"/>
        </a:spcBef>
        <a:buNone/>
        <a:defRPr sz="1726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7186" indent="-897186" algn="l" defTabSz="3588746" rtl="0" eaLnBrk="1" latinLnBrk="0" hangingPunct="1">
        <a:lnSpc>
          <a:spcPct val="90000"/>
        </a:lnSpc>
        <a:spcBef>
          <a:spcPts val="3925"/>
        </a:spcBef>
        <a:buFont typeface="Arial" panose="020B0604020202020204" pitchFamily="34" charset="0"/>
        <a:buChar char="•"/>
        <a:defRPr sz="10989" kern="1200">
          <a:solidFill>
            <a:schemeClr val="tx1"/>
          </a:solidFill>
          <a:latin typeface="+mn-lt"/>
          <a:ea typeface="+mn-ea"/>
          <a:cs typeface="+mn-cs"/>
        </a:defRPr>
      </a:lvl1pPr>
      <a:lvl2pPr marL="2691559" indent="-897186" algn="l" defTabSz="3588746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9419" kern="1200">
          <a:solidFill>
            <a:schemeClr val="tx1"/>
          </a:solidFill>
          <a:latin typeface="+mn-lt"/>
          <a:ea typeface="+mn-ea"/>
          <a:cs typeface="+mn-cs"/>
        </a:defRPr>
      </a:lvl2pPr>
      <a:lvl3pPr marL="4485932" indent="-897186" algn="l" defTabSz="3588746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7849" kern="1200">
          <a:solidFill>
            <a:schemeClr val="tx1"/>
          </a:solidFill>
          <a:latin typeface="+mn-lt"/>
          <a:ea typeface="+mn-ea"/>
          <a:cs typeface="+mn-cs"/>
        </a:defRPr>
      </a:lvl3pPr>
      <a:lvl4pPr marL="6280305" indent="-897186" algn="l" defTabSz="3588746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7064" kern="1200">
          <a:solidFill>
            <a:schemeClr val="tx1"/>
          </a:solidFill>
          <a:latin typeface="+mn-lt"/>
          <a:ea typeface="+mn-ea"/>
          <a:cs typeface="+mn-cs"/>
        </a:defRPr>
      </a:lvl4pPr>
      <a:lvl5pPr marL="8074678" indent="-897186" algn="l" defTabSz="3588746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7064" kern="1200">
          <a:solidFill>
            <a:schemeClr val="tx1"/>
          </a:solidFill>
          <a:latin typeface="+mn-lt"/>
          <a:ea typeface="+mn-ea"/>
          <a:cs typeface="+mn-cs"/>
        </a:defRPr>
      </a:lvl5pPr>
      <a:lvl6pPr marL="9869051" indent="-897186" algn="l" defTabSz="3588746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7064" kern="1200">
          <a:solidFill>
            <a:schemeClr val="tx1"/>
          </a:solidFill>
          <a:latin typeface="+mn-lt"/>
          <a:ea typeface="+mn-ea"/>
          <a:cs typeface="+mn-cs"/>
        </a:defRPr>
      </a:lvl6pPr>
      <a:lvl7pPr marL="11663423" indent="-897186" algn="l" defTabSz="3588746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7064" kern="1200">
          <a:solidFill>
            <a:schemeClr val="tx1"/>
          </a:solidFill>
          <a:latin typeface="+mn-lt"/>
          <a:ea typeface="+mn-ea"/>
          <a:cs typeface="+mn-cs"/>
        </a:defRPr>
      </a:lvl7pPr>
      <a:lvl8pPr marL="13457796" indent="-897186" algn="l" defTabSz="3588746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7064" kern="1200">
          <a:solidFill>
            <a:schemeClr val="tx1"/>
          </a:solidFill>
          <a:latin typeface="+mn-lt"/>
          <a:ea typeface="+mn-ea"/>
          <a:cs typeface="+mn-cs"/>
        </a:defRPr>
      </a:lvl8pPr>
      <a:lvl9pPr marL="15252169" indent="-897186" algn="l" defTabSz="3588746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70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88746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1pPr>
      <a:lvl2pPr marL="1794373" algn="l" defTabSz="3588746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2pPr>
      <a:lvl3pPr marL="3588746" algn="l" defTabSz="3588746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3pPr>
      <a:lvl4pPr marL="5383119" algn="l" defTabSz="3588746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4pPr>
      <a:lvl5pPr marL="7177491" algn="l" defTabSz="3588746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5pPr>
      <a:lvl6pPr marL="8971864" algn="l" defTabSz="3588746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6pPr>
      <a:lvl7pPr marL="10766237" algn="l" defTabSz="3588746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7pPr>
      <a:lvl8pPr marL="12560610" algn="l" defTabSz="3588746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8pPr>
      <a:lvl9pPr marL="14354983" algn="l" defTabSz="3588746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D2B81E-3100-4CDD-B2F9-1F35D43ABE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29655" y="-761434"/>
            <a:ext cx="28954867" cy="289548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DB339F-1D41-4BAF-BAA4-C6BF3E181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23315" y="11570677"/>
            <a:ext cx="17939185" cy="179391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B128AB-28B2-4717-AD7B-9FFDF051E8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2152" y="-530725"/>
            <a:ext cx="28493447" cy="284934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D5CFD80-F4A5-40F2-9852-F2A0B35C22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23315" y="-2077865"/>
            <a:ext cx="17684569" cy="17684569"/>
          </a:xfrm>
          <a:prstGeom prst="rect">
            <a:avLst/>
          </a:prstGeom>
        </p:spPr>
      </p:pic>
      <p:sp>
        <p:nvSpPr>
          <p:cNvPr id="48" name="Arrow: Down 47">
            <a:extLst>
              <a:ext uri="{FF2B5EF4-FFF2-40B4-BE49-F238E27FC236}">
                <a16:creationId xmlns:a16="http://schemas.microsoft.com/office/drawing/2014/main" id="{D2AD9EDC-1936-4CF5-9FD1-66C6C1137BCE}"/>
              </a:ext>
            </a:extLst>
          </p:cNvPr>
          <p:cNvSpPr/>
          <p:nvPr/>
        </p:nvSpPr>
        <p:spPr>
          <a:xfrm rot="16200000">
            <a:off x="14879089" y="10629898"/>
            <a:ext cx="2093422" cy="6172200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5A4D9898-9B98-4CE5-A615-B6E08CB5F812}"/>
              </a:ext>
            </a:extLst>
          </p:cNvPr>
          <p:cNvSpPr/>
          <p:nvPr/>
        </p:nvSpPr>
        <p:spPr>
          <a:xfrm rot="7500000" flipV="1">
            <a:off x="29341080" y="13857411"/>
            <a:ext cx="2093422" cy="6099817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4" name="Arrow: Down 53">
            <a:extLst>
              <a:ext uri="{FF2B5EF4-FFF2-40B4-BE49-F238E27FC236}">
                <a16:creationId xmlns:a16="http://schemas.microsoft.com/office/drawing/2014/main" id="{34A4D57F-5855-41B7-ACCF-3D8FD7E491D9}"/>
              </a:ext>
            </a:extLst>
          </p:cNvPr>
          <p:cNvSpPr/>
          <p:nvPr/>
        </p:nvSpPr>
        <p:spPr>
          <a:xfrm rot="14100000">
            <a:off x="29341080" y="8643869"/>
            <a:ext cx="2093422" cy="6099817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925CC3-D423-4051-8AB2-D03167F08D3D}"/>
              </a:ext>
            </a:extLst>
          </p:cNvPr>
          <p:cNvSpPr txBox="1"/>
          <p:nvPr/>
        </p:nvSpPr>
        <p:spPr>
          <a:xfrm>
            <a:off x="14407412" y="11222736"/>
            <a:ext cx="303677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endParaRPr lang="en-AU" sz="8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F3EC903-E0AB-4252-88BB-125227C44BA8}"/>
              </a:ext>
            </a:extLst>
          </p:cNvPr>
          <p:cNvSpPr txBox="1"/>
          <p:nvPr/>
        </p:nvSpPr>
        <p:spPr>
          <a:xfrm>
            <a:off x="12153899" y="15606704"/>
            <a:ext cx="7543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Arial" panose="020B0604020202020204" pitchFamily="34" charset="0"/>
                <a:cs typeface="Arial" panose="020B0604020202020204" pitchFamily="34" charset="0"/>
              </a:rPr>
              <a:t>Centrifugation</a:t>
            </a:r>
            <a:endParaRPr lang="en-AU" sz="8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A5DE06F-15B8-438C-B7B9-356A6F3FF7BC}"/>
              </a:ext>
            </a:extLst>
          </p:cNvPr>
          <p:cNvSpPr txBox="1"/>
          <p:nvPr/>
        </p:nvSpPr>
        <p:spPr>
          <a:xfrm>
            <a:off x="17949907" y="1381108"/>
            <a:ext cx="1073793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Arial" panose="020B0604020202020204" pitchFamily="34" charset="0"/>
                <a:cs typeface="Arial" panose="020B0604020202020204" pitchFamily="34" charset="0"/>
              </a:rPr>
              <a:t>Solution Partitioned</a:t>
            </a:r>
            <a:endParaRPr lang="en-AU" sz="8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4853272-5EC0-4E6E-ABED-BA8F85E5DB08}"/>
              </a:ext>
            </a:extLst>
          </p:cNvPr>
          <p:cNvSpPr txBox="1"/>
          <p:nvPr/>
        </p:nvSpPr>
        <p:spPr>
          <a:xfrm>
            <a:off x="2313195" y="1381108"/>
            <a:ext cx="134693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Arial" panose="020B0604020202020204" pitchFamily="34" charset="0"/>
                <a:cs typeface="Arial" panose="020B0604020202020204" pitchFamily="34" charset="0"/>
              </a:rPr>
              <a:t>Sample loaded and mixed</a:t>
            </a:r>
            <a:endParaRPr lang="en-AU" sz="8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73071B5-B547-4377-9E17-297F6E61FCB5}"/>
              </a:ext>
            </a:extLst>
          </p:cNvPr>
          <p:cNvSpPr txBox="1"/>
          <p:nvPr/>
        </p:nvSpPr>
        <p:spPr>
          <a:xfrm>
            <a:off x="39560735" y="4456095"/>
            <a:ext cx="618676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latin typeface="Arial" panose="020B0604020202020204" pitchFamily="34" charset="0"/>
                <a:cs typeface="Arial" panose="020B0604020202020204" pitchFamily="34" charset="0"/>
              </a:rPr>
              <a:t>PEG-rich phase</a:t>
            </a:r>
            <a:endParaRPr lang="en-AU" sz="8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382DB48-9393-418B-B480-3940B24A8639}"/>
              </a:ext>
            </a:extLst>
          </p:cNvPr>
          <p:cNvSpPr txBox="1"/>
          <p:nvPr/>
        </p:nvSpPr>
        <p:spPr>
          <a:xfrm>
            <a:off x="39560735" y="18936272"/>
            <a:ext cx="618676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latin typeface="Arial" panose="020B0604020202020204" pitchFamily="34" charset="0"/>
                <a:cs typeface="Arial" panose="020B0604020202020204" pitchFamily="34" charset="0"/>
              </a:rPr>
              <a:t>Salt-rich phase</a:t>
            </a:r>
            <a:endParaRPr lang="en-AU" sz="8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495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12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Strachan</dc:creator>
  <cp:lastModifiedBy>Simon Strachan</cp:lastModifiedBy>
  <cp:revision>1</cp:revision>
  <dcterms:created xsi:type="dcterms:W3CDTF">2022-02-03T05:20:53Z</dcterms:created>
  <dcterms:modified xsi:type="dcterms:W3CDTF">2022-02-03T05:30:36Z</dcterms:modified>
</cp:coreProperties>
</file>