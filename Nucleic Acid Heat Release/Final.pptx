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47752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31" d="100"/>
          <a:sy n="31" d="100"/>
        </p:scale>
        <p:origin x="-144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69000" y="2992968"/>
            <a:ext cx="35814000" cy="6366933"/>
          </a:xfrm>
        </p:spPr>
        <p:txBody>
          <a:bodyPr anchor="b"/>
          <a:lstStyle>
            <a:lvl1pPr algn="ctr"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000" y="9605435"/>
            <a:ext cx="35814000" cy="4415365"/>
          </a:xfrm>
        </p:spPr>
        <p:txBody>
          <a:bodyPr/>
          <a:lstStyle>
            <a:lvl1pPr marL="0" indent="0" algn="ctr">
              <a:buNone/>
              <a:defRPr sz="6400"/>
            </a:lvl1pPr>
            <a:lvl2pPr marL="1219215" indent="0" algn="ctr">
              <a:buNone/>
              <a:defRPr sz="5333"/>
            </a:lvl2pPr>
            <a:lvl3pPr marL="2438430" indent="0" algn="ctr">
              <a:buNone/>
              <a:defRPr sz="4800"/>
            </a:lvl3pPr>
            <a:lvl4pPr marL="3657646" indent="0" algn="ctr">
              <a:buNone/>
              <a:defRPr sz="4267"/>
            </a:lvl4pPr>
            <a:lvl5pPr marL="4876861" indent="0" algn="ctr">
              <a:buNone/>
              <a:defRPr sz="4267"/>
            </a:lvl5pPr>
            <a:lvl6pPr marL="6096076" indent="0" algn="ctr">
              <a:buNone/>
              <a:defRPr sz="4267"/>
            </a:lvl6pPr>
            <a:lvl7pPr marL="7315291" indent="0" algn="ctr">
              <a:buNone/>
              <a:defRPr sz="4267"/>
            </a:lvl7pPr>
            <a:lvl8pPr marL="8534507" indent="0" algn="ctr">
              <a:buNone/>
              <a:defRPr sz="4267"/>
            </a:lvl8pPr>
            <a:lvl9pPr marL="9753722" indent="0" algn="ctr">
              <a:buNone/>
              <a:defRPr sz="42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0292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0138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8079" y="4559303"/>
            <a:ext cx="41186100" cy="7607299"/>
          </a:xfrm>
        </p:spPr>
        <p:txBody>
          <a:bodyPr anchor="b"/>
          <a:lstStyle>
            <a:lvl1pPr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8079" y="12238569"/>
            <a:ext cx="41186100" cy="4000499"/>
          </a:xfrm>
        </p:spPr>
        <p:txBody>
          <a:bodyPr/>
          <a:lstStyle>
            <a:lvl1pPr marL="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1pPr>
            <a:lvl2pPr marL="1219215" indent="0">
              <a:buNone/>
              <a:defRPr sz="5333">
                <a:solidFill>
                  <a:schemeClr val="tx1">
                    <a:tint val="75000"/>
                  </a:schemeClr>
                </a:solidFill>
              </a:defRPr>
            </a:lvl2pPr>
            <a:lvl3pPr marL="243843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3pPr>
            <a:lvl4pPr marL="3657646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4pPr>
            <a:lvl5pPr marL="4876861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5pPr>
            <a:lvl6pPr marL="6096076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6pPr>
            <a:lvl7pPr marL="7315291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7pPr>
            <a:lvl8pPr marL="8534507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8pPr>
            <a:lvl9pPr marL="9753722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0401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82950" y="4868333"/>
            <a:ext cx="202946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174450" y="4868333"/>
            <a:ext cx="202946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8755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9170" y="973668"/>
            <a:ext cx="411861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89172" y="4483101"/>
            <a:ext cx="20201332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9172" y="6680200"/>
            <a:ext cx="20201332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174450" y="4483101"/>
            <a:ext cx="20300820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174450" y="6680200"/>
            <a:ext cx="2030082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9039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5648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8835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9171" y="1219200"/>
            <a:ext cx="15401262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00820" y="2633135"/>
            <a:ext cx="24174450" cy="12996333"/>
          </a:xfrm>
        </p:spPr>
        <p:txBody>
          <a:bodyPr/>
          <a:lstStyle>
            <a:lvl1pPr>
              <a:defRPr sz="8533"/>
            </a:lvl1pPr>
            <a:lvl2pPr>
              <a:defRPr sz="7467"/>
            </a:lvl2pPr>
            <a:lvl3pPr>
              <a:defRPr sz="6400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89171" y="5486400"/>
            <a:ext cx="15401262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3432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9171" y="1219200"/>
            <a:ext cx="15401262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300820" y="2633135"/>
            <a:ext cx="24174450" cy="12996333"/>
          </a:xfrm>
        </p:spPr>
        <p:txBody>
          <a:bodyPr anchor="t"/>
          <a:lstStyle>
            <a:lvl1pPr marL="0" indent="0">
              <a:buNone/>
              <a:defRPr sz="8533"/>
            </a:lvl1pPr>
            <a:lvl2pPr marL="1219215" indent="0">
              <a:buNone/>
              <a:defRPr sz="7467"/>
            </a:lvl2pPr>
            <a:lvl3pPr marL="2438430" indent="0">
              <a:buNone/>
              <a:defRPr sz="6400"/>
            </a:lvl3pPr>
            <a:lvl4pPr marL="3657646" indent="0">
              <a:buNone/>
              <a:defRPr sz="5333"/>
            </a:lvl4pPr>
            <a:lvl5pPr marL="4876861" indent="0">
              <a:buNone/>
              <a:defRPr sz="5333"/>
            </a:lvl5pPr>
            <a:lvl6pPr marL="6096076" indent="0">
              <a:buNone/>
              <a:defRPr sz="5333"/>
            </a:lvl6pPr>
            <a:lvl7pPr marL="7315291" indent="0">
              <a:buNone/>
              <a:defRPr sz="5333"/>
            </a:lvl7pPr>
            <a:lvl8pPr marL="8534507" indent="0">
              <a:buNone/>
              <a:defRPr sz="5333"/>
            </a:lvl8pPr>
            <a:lvl9pPr marL="9753722" indent="0">
              <a:buNone/>
              <a:defRPr sz="5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89171" y="5486400"/>
            <a:ext cx="15401262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37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6877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172525" y="973667"/>
            <a:ext cx="10296525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82950" y="973667"/>
            <a:ext cx="30292675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5166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82950" y="973668"/>
            <a:ext cx="411861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82950" y="4868333"/>
            <a:ext cx="411861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82950" y="16950268"/>
            <a:ext cx="10744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7F02B-D837-4FE2-9CE3-FA5E7859BA28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817850" y="16950268"/>
            <a:ext cx="161163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724850" y="16950268"/>
            <a:ext cx="10744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030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438430" rtl="0" eaLnBrk="1" latinLnBrk="0" hangingPunct="1">
        <a:lnSpc>
          <a:spcPct val="90000"/>
        </a:lnSpc>
        <a:spcBef>
          <a:spcPct val="0"/>
        </a:spcBef>
        <a:buNone/>
        <a:defRPr sz="1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8" indent="-609608" algn="l" defTabSz="2438430" rtl="0" eaLnBrk="1" latinLnBrk="0" hangingPunct="1">
        <a:lnSpc>
          <a:spcPct val="90000"/>
        </a:lnSpc>
        <a:spcBef>
          <a:spcPts val="2667"/>
        </a:spcBef>
        <a:buFont typeface="Arial" panose="020B0604020202020204" pitchFamily="34" charset="0"/>
        <a:buChar char="•"/>
        <a:defRPr sz="7467" kern="1200">
          <a:solidFill>
            <a:schemeClr val="tx1"/>
          </a:solidFill>
          <a:latin typeface="+mn-lt"/>
          <a:ea typeface="+mn-ea"/>
          <a:cs typeface="+mn-cs"/>
        </a:defRPr>
      </a:lvl1pPr>
      <a:lvl2pPr marL="182882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3048038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25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6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70568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89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11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330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3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4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86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07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29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507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722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match, dark, clothespin&#10;&#10;Description automatically generated">
            <a:extLst>
              <a:ext uri="{FF2B5EF4-FFF2-40B4-BE49-F238E27FC236}">
                <a16:creationId xmlns:a16="http://schemas.microsoft.com/office/drawing/2014/main" id="{22EE0528-800C-4C9A-91F2-00D7F799F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3584" y="5102086"/>
            <a:ext cx="9272595" cy="92725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4A66EB-0123-40DA-BEE2-7BFE938EFA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279" y="5836718"/>
            <a:ext cx="7527284" cy="7527284"/>
          </a:xfrm>
          <a:prstGeom prst="rect">
            <a:avLst/>
          </a:prstGeom>
        </p:spPr>
      </p:pic>
      <p:pic>
        <p:nvPicPr>
          <p:cNvPr id="11" name="Picture 10" descr="A picture containing silhouette, light&#10;&#10;Description automatically generated">
            <a:extLst>
              <a:ext uri="{FF2B5EF4-FFF2-40B4-BE49-F238E27FC236}">
                <a16:creationId xmlns:a16="http://schemas.microsoft.com/office/drawing/2014/main" id="{6C148224-C717-440F-8F35-00CBDC1B35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7630" y="6589690"/>
            <a:ext cx="6748950" cy="67489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65FA55-EE63-402B-929C-1FAFE40389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3210" y="5772549"/>
            <a:ext cx="7527284" cy="7527284"/>
          </a:xfrm>
          <a:prstGeom prst="rect">
            <a:avLst/>
          </a:prstGeom>
        </p:spPr>
      </p:pic>
      <p:pic>
        <p:nvPicPr>
          <p:cNvPr id="19" name="Picture 18" descr="Shape&#10;&#10;Description automatically generated with medium confidence">
            <a:extLst>
              <a:ext uri="{FF2B5EF4-FFF2-40B4-BE49-F238E27FC236}">
                <a16:creationId xmlns:a16="http://schemas.microsoft.com/office/drawing/2014/main" id="{8A565B22-9798-495F-B726-A297C484A6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242851">
            <a:off x="40921114" y="5742385"/>
            <a:ext cx="8443562" cy="8443562"/>
          </a:xfrm>
          <a:prstGeom prst="rect">
            <a:avLst/>
          </a:prstGeom>
        </p:spPr>
      </p:pic>
      <p:pic>
        <p:nvPicPr>
          <p:cNvPr id="21" name="Picture 20" descr="A picture containing text&#10;&#10;Description automatically generated">
            <a:extLst>
              <a:ext uri="{FF2B5EF4-FFF2-40B4-BE49-F238E27FC236}">
                <a16:creationId xmlns:a16="http://schemas.microsoft.com/office/drawing/2014/main" id="{E122BAA4-530D-4B38-95B0-EE331800B8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3534" y="2813890"/>
            <a:ext cx="10931156" cy="10418758"/>
          </a:xfrm>
          <a:prstGeom prst="rect">
            <a:avLst/>
          </a:prstGeom>
        </p:spPr>
      </p:pic>
      <p:sp>
        <p:nvSpPr>
          <p:cNvPr id="22" name="Arrow: Down 21">
            <a:extLst>
              <a:ext uri="{FF2B5EF4-FFF2-40B4-BE49-F238E27FC236}">
                <a16:creationId xmlns:a16="http://schemas.microsoft.com/office/drawing/2014/main" id="{374D1AE3-CEB1-430C-9BBF-EDFBE43BB2FD}"/>
              </a:ext>
            </a:extLst>
          </p:cNvPr>
          <p:cNvSpPr/>
          <p:nvPr/>
        </p:nvSpPr>
        <p:spPr>
          <a:xfrm rot="16200000">
            <a:off x="7417134" y="9089811"/>
            <a:ext cx="1495547" cy="1916292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934368E8-92F4-4F39-86C7-9CF2077575AC}"/>
              </a:ext>
            </a:extLst>
          </p:cNvPr>
          <p:cNvSpPr/>
          <p:nvPr/>
        </p:nvSpPr>
        <p:spPr>
          <a:xfrm rot="16200000">
            <a:off x="19609082" y="9089810"/>
            <a:ext cx="1495547" cy="1916292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03A45EC8-E3E0-4304-B7EC-87725D872F3F}"/>
              </a:ext>
            </a:extLst>
          </p:cNvPr>
          <p:cNvSpPr/>
          <p:nvPr/>
        </p:nvSpPr>
        <p:spPr>
          <a:xfrm rot="16200000">
            <a:off x="28979336" y="9089810"/>
            <a:ext cx="1495547" cy="1916292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8A5E1AD0-0501-4C45-BE5D-B39701F90619}"/>
              </a:ext>
            </a:extLst>
          </p:cNvPr>
          <p:cNvSpPr/>
          <p:nvPr/>
        </p:nvSpPr>
        <p:spPr>
          <a:xfrm rot="16200000">
            <a:off x="41476433" y="9325818"/>
            <a:ext cx="1495547" cy="1916292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Plus Sign 25">
            <a:extLst>
              <a:ext uri="{FF2B5EF4-FFF2-40B4-BE49-F238E27FC236}">
                <a16:creationId xmlns:a16="http://schemas.microsoft.com/office/drawing/2014/main" id="{91C0DC71-1510-467B-A5DF-8D6F0DB7C75E}"/>
              </a:ext>
            </a:extLst>
          </p:cNvPr>
          <p:cNvSpPr/>
          <p:nvPr/>
        </p:nvSpPr>
        <p:spPr>
          <a:xfrm>
            <a:off x="16210701" y="9490339"/>
            <a:ext cx="1232866" cy="1200329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38680C-D279-4A72-9DAB-630AB15F2E07}"/>
              </a:ext>
            </a:extLst>
          </p:cNvPr>
          <p:cNvSpPr txBox="1"/>
          <p:nvPr/>
        </p:nvSpPr>
        <p:spPr>
          <a:xfrm>
            <a:off x="2075119" y="13569865"/>
            <a:ext cx="3719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DC0DF7-8A94-4884-985E-339EC033470B}"/>
              </a:ext>
            </a:extLst>
          </p:cNvPr>
          <p:cNvSpPr txBox="1"/>
          <p:nvPr/>
        </p:nvSpPr>
        <p:spPr>
          <a:xfrm>
            <a:off x="8684630" y="13569864"/>
            <a:ext cx="75272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Nucleic acid pool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8DDC0D-DE08-4A34-AE23-62D9C0211237}"/>
              </a:ext>
            </a:extLst>
          </p:cNvPr>
          <p:cNvSpPr txBox="1"/>
          <p:nvPr/>
        </p:nvSpPr>
        <p:spPr>
          <a:xfrm>
            <a:off x="14647928" y="5353011"/>
            <a:ext cx="65681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Capture Probe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B04743-6746-403E-8DF0-46AB70171619}"/>
              </a:ext>
            </a:extLst>
          </p:cNvPr>
          <p:cNvSpPr txBox="1"/>
          <p:nvPr/>
        </p:nvSpPr>
        <p:spPr>
          <a:xfrm>
            <a:off x="21727053" y="13532574"/>
            <a:ext cx="68248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Magnetic mixing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BD6F21-2B94-4E33-B628-6935C5845D3C}"/>
              </a:ext>
            </a:extLst>
          </p:cNvPr>
          <p:cNvSpPr txBox="1"/>
          <p:nvPr/>
        </p:nvSpPr>
        <p:spPr>
          <a:xfrm>
            <a:off x="32241129" y="13532573"/>
            <a:ext cx="84435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Isolation/Separation</a:t>
            </a:r>
          </a:p>
        </p:txBody>
      </p:sp>
    </p:spTree>
    <p:extLst>
      <p:ext uri="{BB962C8B-B14F-4D97-AF65-F5344CB8AC3E}">
        <p14:creationId xmlns:p14="http://schemas.microsoft.com/office/powerpoint/2010/main" val="1827177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11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Strachan</dc:creator>
  <cp:lastModifiedBy>Simon Strachan</cp:lastModifiedBy>
  <cp:revision>1</cp:revision>
  <dcterms:created xsi:type="dcterms:W3CDTF">2021-11-30T05:21:20Z</dcterms:created>
  <dcterms:modified xsi:type="dcterms:W3CDTF">2021-11-30T05:36:44Z</dcterms:modified>
</cp:coreProperties>
</file>