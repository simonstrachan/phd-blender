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43200638" cy="24120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1374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80" y="3947496"/>
            <a:ext cx="32400479" cy="8397499"/>
          </a:xfrm>
        </p:spPr>
        <p:txBody>
          <a:bodyPr anchor="b"/>
          <a:lstStyle>
            <a:lvl1pPr algn="ctr">
              <a:defRPr sz="211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12668834"/>
            <a:ext cx="32400479" cy="5823530"/>
          </a:xfrm>
        </p:spPr>
        <p:txBody>
          <a:bodyPr/>
          <a:lstStyle>
            <a:lvl1pPr marL="0" indent="0" algn="ctr">
              <a:buNone/>
              <a:defRPr sz="8441"/>
            </a:lvl1pPr>
            <a:lvl2pPr marL="1608018" indent="0" algn="ctr">
              <a:buNone/>
              <a:defRPr sz="7034"/>
            </a:lvl2pPr>
            <a:lvl3pPr marL="3216036" indent="0" algn="ctr">
              <a:buNone/>
              <a:defRPr sz="6331"/>
            </a:lvl3pPr>
            <a:lvl4pPr marL="4824054" indent="0" algn="ctr">
              <a:buNone/>
              <a:defRPr sz="5627"/>
            </a:lvl4pPr>
            <a:lvl5pPr marL="6432072" indent="0" algn="ctr">
              <a:buNone/>
              <a:defRPr sz="5627"/>
            </a:lvl5pPr>
            <a:lvl6pPr marL="8040091" indent="0" algn="ctr">
              <a:buNone/>
              <a:defRPr sz="5627"/>
            </a:lvl6pPr>
            <a:lvl7pPr marL="9648109" indent="0" algn="ctr">
              <a:buNone/>
              <a:defRPr sz="5627"/>
            </a:lvl7pPr>
            <a:lvl8pPr marL="11256127" indent="0" algn="ctr">
              <a:buNone/>
              <a:defRPr sz="5627"/>
            </a:lvl8pPr>
            <a:lvl9pPr marL="12864145" indent="0" algn="ctr">
              <a:buNone/>
              <a:defRPr sz="56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45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28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4" y="6013372"/>
            <a:ext cx="37260550" cy="10033446"/>
          </a:xfrm>
        </p:spPr>
        <p:txBody>
          <a:bodyPr anchor="b"/>
          <a:lstStyle>
            <a:lvl1pPr>
              <a:defRPr sz="211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4" y="16141738"/>
            <a:ext cx="37260550" cy="5276352"/>
          </a:xfrm>
        </p:spPr>
        <p:txBody>
          <a:bodyPr/>
          <a:lstStyle>
            <a:lvl1pPr marL="0" indent="0">
              <a:buNone/>
              <a:defRPr sz="8441">
                <a:solidFill>
                  <a:schemeClr val="tx1">
                    <a:tint val="75000"/>
                  </a:schemeClr>
                </a:solidFill>
              </a:defRPr>
            </a:lvl1pPr>
            <a:lvl2pPr marL="1608018" indent="0">
              <a:buNone/>
              <a:defRPr sz="7034">
                <a:solidFill>
                  <a:schemeClr val="tx1">
                    <a:tint val="75000"/>
                  </a:schemeClr>
                </a:solidFill>
              </a:defRPr>
            </a:lvl2pPr>
            <a:lvl3pPr marL="3216036" indent="0">
              <a:buNone/>
              <a:defRPr sz="6331">
                <a:solidFill>
                  <a:schemeClr val="tx1">
                    <a:tint val="75000"/>
                  </a:schemeClr>
                </a:solidFill>
              </a:defRPr>
            </a:lvl3pPr>
            <a:lvl4pPr marL="4824054" indent="0">
              <a:buNone/>
              <a:defRPr sz="5627">
                <a:solidFill>
                  <a:schemeClr val="tx1">
                    <a:tint val="75000"/>
                  </a:schemeClr>
                </a:solidFill>
              </a:defRPr>
            </a:lvl4pPr>
            <a:lvl5pPr marL="6432072" indent="0">
              <a:buNone/>
              <a:defRPr sz="5627">
                <a:solidFill>
                  <a:schemeClr val="tx1">
                    <a:tint val="75000"/>
                  </a:schemeClr>
                </a:solidFill>
              </a:defRPr>
            </a:lvl5pPr>
            <a:lvl6pPr marL="8040091" indent="0">
              <a:buNone/>
              <a:defRPr sz="5627">
                <a:solidFill>
                  <a:schemeClr val="tx1">
                    <a:tint val="75000"/>
                  </a:schemeClr>
                </a:solidFill>
              </a:defRPr>
            </a:lvl6pPr>
            <a:lvl7pPr marL="9648109" indent="0">
              <a:buNone/>
              <a:defRPr sz="5627">
                <a:solidFill>
                  <a:schemeClr val="tx1">
                    <a:tint val="75000"/>
                  </a:schemeClr>
                </a:solidFill>
              </a:defRPr>
            </a:lvl7pPr>
            <a:lvl8pPr marL="11256127" indent="0">
              <a:buNone/>
              <a:defRPr sz="5627">
                <a:solidFill>
                  <a:schemeClr val="tx1">
                    <a:tint val="75000"/>
                  </a:schemeClr>
                </a:solidFill>
              </a:defRPr>
            </a:lvl8pPr>
            <a:lvl9pPr marL="12864145" indent="0">
              <a:buNone/>
              <a:defRPr sz="56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499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6420960"/>
            <a:ext cx="18360271" cy="15304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6420960"/>
            <a:ext cx="18360271" cy="15304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02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1284194"/>
            <a:ext cx="37260550" cy="4662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3" y="5912868"/>
            <a:ext cx="18275893" cy="2897805"/>
          </a:xfrm>
        </p:spPr>
        <p:txBody>
          <a:bodyPr anchor="b"/>
          <a:lstStyle>
            <a:lvl1pPr marL="0" indent="0">
              <a:buNone/>
              <a:defRPr sz="8441" b="1"/>
            </a:lvl1pPr>
            <a:lvl2pPr marL="1608018" indent="0">
              <a:buNone/>
              <a:defRPr sz="7034" b="1"/>
            </a:lvl2pPr>
            <a:lvl3pPr marL="3216036" indent="0">
              <a:buNone/>
              <a:defRPr sz="6331" b="1"/>
            </a:lvl3pPr>
            <a:lvl4pPr marL="4824054" indent="0">
              <a:buNone/>
              <a:defRPr sz="5627" b="1"/>
            </a:lvl4pPr>
            <a:lvl5pPr marL="6432072" indent="0">
              <a:buNone/>
              <a:defRPr sz="5627" b="1"/>
            </a:lvl5pPr>
            <a:lvl6pPr marL="8040091" indent="0">
              <a:buNone/>
              <a:defRPr sz="5627" b="1"/>
            </a:lvl6pPr>
            <a:lvl7pPr marL="9648109" indent="0">
              <a:buNone/>
              <a:defRPr sz="5627" b="1"/>
            </a:lvl7pPr>
            <a:lvl8pPr marL="11256127" indent="0">
              <a:buNone/>
              <a:defRPr sz="5627" b="1"/>
            </a:lvl8pPr>
            <a:lvl9pPr marL="12864145" indent="0">
              <a:buNone/>
              <a:defRPr sz="56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3" y="8810673"/>
            <a:ext cx="18275893" cy="12959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3" y="5912868"/>
            <a:ext cx="18365898" cy="2897805"/>
          </a:xfrm>
        </p:spPr>
        <p:txBody>
          <a:bodyPr anchor="b"/>
          <a:lstStyle>
            <a:lvl1pPr marL="0" indent="0">
              <a:buNone/>
              <a:defRPr sz="8441" b="1"/>
            </a:lvl1pPr>
            <a:lvl2pPr marL="1608018" indent="0">
              <a:buNone/>
              <a:defRPr sz="7034" b="1"/>
            </a:lvl2pPr>
            <a:lvl3pPr marL="3216036" indent="0">
              <a:buNone/>
              <a:defRPr sz="6331" b="1"/>
            </a:lvl3pPr>
            <a:lvl4pPr marL="4824054" indent="0">
              <a:buNone/>
              <a:defRPr sz="5627" b="1"/>
            </a:lvl4pPr>
            <a:lvl5pPr marL="6432072" indent="0">
              <a:buNone/>
              <a:defRPr sz="5627" b="1"/>
            </a:lvl5pPr>
            <a:lvl6pPr marL="8040091" indent="0">
              <a:buNone/>
              <a:defRPr sz="5627" b="1"/>
            </a:lvl6pPr>
            <a:lvl7pPr marL="9648109" indent="0">
              <a:buNone/>
              <a:defRPr sz="5627" b="1"/>
            </a:lvl7pPr>
            <a:lvl8pPr marL="11256127" indent="0">
              <a:buNone/>
              <a:defRPr sz="5627" b="1"/>
            </a:lvl8pPr>
            <a:lvl9pPr marL="12864145" indent="0">
              <a:buNone/>
              <a:defRPr sz="56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3" y="8810673"/>
            <a:ext cx="18365898" cy="12959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53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90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88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1608032"/>
            <a:ext cx="13933329" cy="5628111"/>
          </a:xfrm>
        </p:spPr>
        <p:txBody>
          <a:bodyPr anchor="b"/>
          <a:lstStyle>
            <a:lvl1pPr>
              <a:defRPr sz="112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3472903"/>
            <a:ext cx="21870323" cy="17141171"/>
          </a:xfrm>
        </p:spPr>
        <p:txBody>
          <a:bodyPr/>
          <a:lstStyle>
            <a:lvl1pPr>
              <a:defRPr sz="11255"/>
            </a:lvl1pPr>
            <a:lvl2pPr>
              <a:defRPr sz="9848"/>
            </a:lvl2pPr>
            <a:lvl3pPr>
              <a:defRPr sz="8441"/>
            </a:lvl3pPr>
            <a:lvl4pPr>
              <a:defRPr sz="7034"/>
            </a:lvl4pPr>
            <a:lvl5pPr>
              <a:defRPr sz="7034"/>
            </a:lvl5pPr>
            <a:lvl6pPr>
              <a:defRPr sz="7034"/>
            </a:lvl6pPr>
            <a:lvl7pPr>
              <a:defRPr sz="7034"/>
            </a:lvl7pPr>
            <a:lvl8pPr>
              <a:defRPr sz="7034"/>
            </a:lvl8pPr>
            <a:lvl9pPr>
              <a:defRPr sz="70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7236143"/>
            <a:ext cx="13933329" cy="13405849"/>
          </a:xfrm>
        </p:spPr>
        <p:txBody>
          <a:bodyPr/>
          <a:lstStyle>
            <a:lvl1pPr marL="0" indent="0">
              <a:buNone/>
              <a:defRPr sz="5627"/>
            </a:lvl1pPr>
            <a:lvl2pPr marL="1608018" indent="0">
              <a:buNone/>
              <a:defRPr sz="4924"/>
            </a:lvl2pPr>
            <a:lvl3pPr marL="3216036" indent="0">
              <a:buNone/>
              <a:defRPr sz="4221"/>
            </a:lvl3pPr>
            <a:lvl4pPr marL="4824054" indent="0">
              <a:buNone/>
              <a:defRPr sz="3517"/>
            </a:lvl4pPr>
            <a:lvl5pPr marL="6432072" indent="0">
              <a:buNone/>
              <a:defRPr sz="3517"/>
            </a:lvl5pPr>
            <a:lvl6pPr marL="8040091" indent="0">
              <a:buNone/>
              <a:defRPr sz="3517"/>
            </a:lvl6pPr>
            <a:lvl7pPr marL="9648109" indent="0">
              <a:buNone/>
              <a:defRPr sz="3517"/>
            </a:lvl7pPr>
            <a:lvl8pPr marL="11256127" indent="0">
              <a:buNone/>
              <a:defRPr sz="3517"/>
            </a:lvl8pPr>
            <a:lvl9pPr marL="12864145" indent="0">
              <a:buNone/>
              <a:defRPr sz="35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666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1608032"/>
            <a:ext cx="13933329" cy="5628111"/>
          </a:xfrm>
        </p:spPr>
        <p:txBody>
          <a:bodyPr anchor="b"/>
          <a:lstStyle>
            <a:lvl1pPr>
              <a:defRPr sz="112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3472903"/>
            <a:ext cx="21870323" cy="17141171"/>
          </a:xfrm>
        </p:spPr>
        <p:txBody>
          <a:bodyPr anchor="t"/>
          <a:lstStyle>
            <a:lvl1pPr marL="0" indent="0">
              <a:buNone/>
              <a:defRPr sz="11255"/>
            </a:lvl1pPr>
            <a:lvl2pPr marL="1608018" indent="0">
              <a:buNone/>
              <a:defRPr sz="9848"/>
            </a:lvl2pPr>
            <a:lvl3pPr marL="3216036" indent="0">
              <a:buNone/>
              <a:defRPr sz="8441"/>
            </a:lvl3pPr>
            <a:lvl4pPr marL="4824054" indent="0">
              <a:buNone/>
              <a:defRPr sz="7034"/>
            </a:lvl4pPr>
            <a:lvl5pPr marL="6432072" indent="0">
              <a:buNone/>
              <a:defRPr sz="7034"/>
            </a:lvl5pPr>
            <a:lvl6pPr marL="8040091" indent="0">
              <a:buNone/>
              <a:defRPr sz="7034"/>
            </a:lvl6pPr>
            <a:lvl7pPr marL="9648109" indent="0">
              <a:buNone/>
              <a:defRPr sz="7034"/>
            </a:lvl7pPr>
            <a:lvl8pPr marL="11256127" indent="0">
              <a:buNone/>
              <a:defRPr sz="7034"/>
            </a:lvl8pPr>
            <a:lvl9pPr marL="12864145" indent="0">
              <a:buNone/>
              <a:defRPr sz="703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7236143"/>
            <a:ext cx="13933329" cy="13405849"/>
          </a:xfrm>
        </p:spPr>
        <p:txBody>
          <a:bodyPr/>
          <a:lstStyle>
            <a:lvl1pPr marL="0" indent="0">
              <a:buNone/>
              <a:defRPr sz="5627"/>
            </a:lvl1pPr>
            <a:lvl2pPr marL="1608018" indent="0">
              <a:buNone/>
              <a:defRPr sz="4924"/>
            </a:lvl2pPr>
            <a:lvl3pPr marL="3216036" indent="0">
              <a:buNone/>
              <a:defRPr sz="4221"/>
            </a:lvl3pPr>
            <a:lvl4pPr marL="4824054" indent="0">
              <a:buNone/>
              <a:defRPr sz="3517"/>
            </a:lvl4pPr>
            <a:lvl5pPr marL="6432072" indent="0">
              <a:buNone/>
              <a:defRPr sz="3517"/>
            </a:lvl5pPr>
            <a:lvl6pPr marL="8040091" indent="0">
              <a:buNone/>
              <a:defRPr sz="3517"/>
            </a:lvl6pPr>
            <a:lvl7pPr marL="9648109" indent="0">
              <a:buNone/>
              <a:defRPr sz="3517"/>
            </a:lvl7pPr>
            <a:lvl8pPr marL="11256127" indent="0">
              <a:buNone/>
              <a:defRPr sz="3517"/>
            </a:lvl8pPr>
            <a:lvl9pPr marL="12864145" indent="0">
              <a:buNone/>
              <a:defRPr sz="35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20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08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6" y="1284192"/>
            <a:ext cx="9315138" cy="20440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4" y="1284192"/>
            <a:ext cx="27405405" cy="20440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90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1284194"/>
            <a:ext cx="37260550" cy="4662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6420960"/>
            <a:ext cx="37260550" cy="15304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22356109"/>
            <a:ext cx="9720144" cy="1284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7F02B-D837-4FE2-9CE3-FA5E7859BA28}" type="datetimeFigureOut">
              <a:rPr lang="en-AU" smtClean="0"/>
              <a:t>29/06/2022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22356109"/>
            <a:ext cx="14580215" cy="1284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22356109"/>
            <a:ext cx="9720144" cy="1284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824BD-614A-40F6-BBA5-9E31B258B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29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216036" rtl="0" eaLnBrk="1" latinLnBrk="0" hangingPunct="1">
        <a:lnSpc>
          <a:spcPct val="90000"/>
        </a:lnSpc>
        <a:spcBef>
          <a:spcPct val="0"/>
        </a:spcBef>
        <a:buNone/>
        <a:defRPr sz="15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4009" indent="-804009" algn="l" defTabSz="3216036" rtl="0" eaLnBrk="1" latinLnBrk="0" hangingPunct="1">
        <a:lnSpc>
          <a:spcPct val="90000"/>
        </a:lnSpc>
        <a:spcBef>
          <a:spcPts val="3517"/>
        </a:spcBef>
        <a:buFont typeface="Arial" panose="020B0604020202020204" pitchFamily="34" charset="0"/>
        <a:buChar char="•"/>
        <a:defRPr sz="9848" kern="1200">
          <a:solidFill>
            <a:schemeClr val="tx1"/>
          </a:solidFill>
          <a:latin typeface="+mn-lt"/>
          <a:ea typeface="+mn-ea"/>
          <a:cs typeface="+mn-cs"/>
        </a:defRPr>
      </a:lvl1pPr>
      <a:lvl2pPr marL="2412027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8441" kern="1200">
          <a:solidFill>
            <a:schemeClr val="tx1"/>
          </a:solidFill>
          <a:latin typeface="+mn-lt"/>
          <a:ea typeface="+mn-ea"/>
          <a:cs typeface="+mn-cs"/>
        </a:defRPr>
      </a:lvl2pPr>
      <a:lvl3pPr marL="4020045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7034" kern="1200">
          <a:solidFill>
            <a:schemeClr val="tx1"/>
          </a:solidFill>
          <a:latin typeface="+mn-lt"/>
          <a:ea typeface="+mn-ea"/>
          <a:cs typeface="+mn-cs"/>
        </a:defRPr>
      </a:lvl3pPr>
      <a:lvl4pPr marL="5628063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31" kern="1200">
          <a:solidFill>
            <a:schemeClr val="tx1"/>
          </a:solidFill>
          <a:latin typeface="+mn-lt"/>
          <a:ea typeface="+mn-ea"/>
          <a:cs typeface="+mn-cs"/>
        </a:defRPr>
      </a:lvl4pPr>
      <a:lvl5pPr marL="7236082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31" kern="1200">
          <a:solidFill>
            <a:schemeClr val="tx1"/>
          </a:solidFill>
          <a:latin typeface="+mn-lt"/>
          <a:ea typeface="+mn-ea"/>
          <a:cs typeface="+mn-cs"/>
        </a:defRPr>
      </a:lvl5pPr>
      <a:lvl6pPr marL="8844100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31" kern="1200">
          <a:solidFill>
            <a:schemeClr val="tx1"/>
          </a:solidFill>
          <a:latin typeface="+mn-lt"/>
          <a:ea typeface="+mn-ea"/>
          <a:cs typeface="+mn-cs"/>
        </a:defRPr>
      </a:lvl6pPr>
      <a:lvl7pPr marL="10452118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31" kern="1200">
          <a:solidFill>
            <a:schemeClr val="tx1"/>
          </a:solidFill>
          <a:latin typeface="+mn-lt"/>
          <a:ea typeface="+mn-ea"/>
          <a:cs typeface="+mn-cs"/>
        </a:defRPr>
      </a:lvl7pPr>
      <a:lvl8pPr marL="12060136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31" kern="1200">
          <a:solidFill>
            <a:schemeClr val="tx1"/>
          </a:solidFill>
          <a:latin typeface="+mn-lt"/>
          <a:ea typeface="+mn-ea"/>
          <a:cs typeface="+mn-cs"/>
        </a:defRPr>
      </a:lvl8pPr>
      <a:lvl9pPr marL="13668154" indent="-804009" algn="l" defTabSz="3216036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1pPr>
      <a:lvl2pPr marL="1608018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2pPr>
      <a:lvl3pPr marL="3216036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3pPr>
      <a:lvl4pPr marL="4824054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4pPr>
      <a:lvl5pPr marL="6432072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5pPr>
      <a:lvl6pPr marL="8040091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6pPr>
      <a:lvl7pPr marL="9648109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7pPr>
      <a:lvl8pPr marL="11256127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8pPr>
      <a:lvl9pPr marL="12864145" algn="l" defTabSz="3216036" rtl="0" eaLnBrk="1" latinLnBrk="0" hangingPunct="1">
        <a:defRPr sz="63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match, dark, clothespin&#10;&#10;Description automatically generated">
            <a:extLst>
              <a:ext uri="{FF2B5EF4-FFF2-40B4-BE49-F238E27FC236}">
                <a16:creationId xmlns:a16="http://schemas.microsoft.com/office/drawing/2014/main" id="{22EE0528-800C-4C9A-91F2-00D7F799F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217" y="973573"/>
            <a:ext cx="9272596" cy="9272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4A66EB-0123-40DA-BEE2-7BFE938EF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3380" y="1795868"/>
            <a:ext cx="7527284" cy="7527284"/>
          </a:xfrm>
          <a:prstGeom prst="rect">
            <a:avLst/>
          </a:prstGeom>
        </p:spPr>
      </p:pic>
      <p:pic>
        <p:nvPicPr>
          <p:cNvPr id="11" name="Picture 10" descr="A picture containing silhouette, light&#10;&#10;Description automatically generated">
            <a:extLst>
              <a:ext uri="{FF2B5EF4-FFF2-40B4-BE49-F238E27FC236}">
                <a16:creationId xmlns:a16="http://schemas.microsoft.com/office/drawing/2014/main" id="{6C148224-C717-440F-8F35-00CBDC1B3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8731" y="2583418"/>
            <a:ext cx="6748950" cy="67489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65FA55-EE63-402B-929C-1FAFE4038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0961" y="2077610"/>
            <a:ext cx="7527284" cy="7527284"/>
          </a:xfrm>
          <a:prstGeom prst="rect">
            <a:avLst/>
          </a:prstGeom>
        </p:spPr>
      </p:pic>
      <p:pic>
        <p:nvPicPr>
          <p:cNvPr id="19" name="Picture 18" descr="Shape&#10;&#10;Description automatically generated with medium confidence">
            <a:extLst>
              <a:ext uri="{FF2B5EF4-FFF2-40B4-BE49-F238E27FC236}">
                <a16:creationId xmlns:a16="http://schemas.microsoft.com/office/drawing/2014/main" id="{8A565B22-9798-495F-B726-A297C484A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42851">
            <a:off x="20206364" y="12744595"/>
            <a:ext cx="8443563" cy="8443563"/>
          </a:xfrm>
          <a:prstGeom prst="rect">
            <a:avLst/>
          </a:prstGeom>
        </p:spPr>
      </p:pic>
      <p:pic>
        <p:nvPicPr>
          <p:cNvPr id="21" name="Picture 20" descr="A picture containing text&#10;&#10;Description automatically generated">
            <a:extLst>
              <a:ext uri="{FF2B5EF4-FFF2-40B4-BE49-F238E27FC236}">
                <a16:creationId xmlns:a16="http://schemas.microsoft.com/office/drawing/2014/main" id="{E122BAA4-530D-4B38-95B0-EE331800B8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4293" y="10246169"/>
            <a:ext cx="10931156" cy="10418758"/>
          </a:xfrm>
          <a:prstGeom prst="rect">
            <a:avLst/>
          </a:prstGeom>
        </p:spPr>
      </p:pic>
      <p:sp>
        <p:nvSpPr>
          <p:cNvPr id="22" name="Arrow: Down 21">
            <a:extLst>
              <a:ext uri="{FF2B5EF4-FFF2-40B4-BE49-F238E27FC236}">
                <a16:creationId xmlns:a16="http://schemas.microsoft.com/office/drawing/2014/main" id="{374D1AE3-CEB1-430C-9BBF-EDFBE43BB2FD}"/>
              </a:ext>
            </a:extLst>
          </p:cNvPr>
          <p:cNvSpPr/>
          <p:nvPr/>
        </p:nvSpPr>
        <p:spPr>
          <a:xfrm rot="16200000">
            <a:off x="9053286" y="4363073"/>
            <a:ext cx="1495547" cy="266114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34368E8-92F4-4F39-86C7-9CF2077575AC}"/>
              </a:ext>
            </a:extLst>
          </p:cNvPr>
          <p:cNvSpPr/>
          <p:nvPr/>
        </p:nvSpPr>
        <p:spPr>
          <a:xfrm rot="16200000">
            <a:off x="25668242" y="4511446"/>
            <a:ext cx="1495547" cy="296012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A5E1AD0-0501-4C45-BE5D-B39701F90619}"/>
              </a:ext>
            </a:extLst>
          </p:cNvPr>
          <p:cNvSpPr/>
          <p:nvPr/>
        </p:nvSpPr>
        <p:spPr>
          <a:xfrm rot="5400000" flipH="1">
            <a:off x="20953937" y="16357041"/>
            <a:ext cx="1495547" cy="1916291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6" name="Plus Sign 25">
            <a:extLst>
              <a:ext uri="{FF2B5EF4-FFF2-40B4-BE49-F238E27FC236}">
                <a16:creationId xmlns:a16="http://schemas.microsoft.com/office/drawing/2014/main" id="{91C0DC71-1510-467B-A5DF-8D6F0DB7C75E}"/>
              </a:ext>
            </a:extLst>
          </p:cNvPr>
          <p:cNvSpPr/>
          <p:nvPr/>
        </p:nvSpPr>
        <p:spPr>
          <a:xfrm>
            <a:off x="19423577" y="5241088"/>
            <a:ext cx="1232867" cy="1200329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8680C-D279-4A72-9DAB-630AB15F2E07}"/>
              </a:ext>
            </a:extLst>
          </p:cNvPr>
          <p:cNvSpPr txBox="1"/>
          <p:nvPr/>
        </p:nvSpPr>
        <p:spPr>
          <a:xfrm>
            <a:off x="2914486" y="9441358"/>
            <a:ext cx="3719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C0DF7-8A94-4884-985E-339EC033470B}"/>
              </a:ext>
            </a:extLst>
          </p:cNvPr>
          <p:cNvSpPr txBox="1"/>
          <p:nvPr/>
        </p:nvSpPr>
        <p:spPr>
          <a:xfrm>
            <a:off x="11462731" y="9529021"/>
            <a:ext cx="7527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Nucleic acid pool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DDC0D-DE08-4A34-AE23-62D9C0211237}"/>
              </a:ext>
            </a:extLst>
          </p:cNvPr>
          <p:cNvSpPr txBox="1"/>
          <p:nvPr/>
        </p:nvSpPr>
        <p:spPr>
          <a:xfrm>
            <a:off x="19220664" y="1332844"/>
            <a:ext cx="6568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Capture Probe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B04743-6746-403E-8DF0-46AB70171619}"/>
              </a:ext>
            </a:extLst>
          </p:cNvPr>
          <p:cNvSpPr txBox="1"/>
          <p:nvPr/>
        </p:nvSpPr>
        <p:spPr>
          <a:xfrm>
            <a:off x="29330686" y="1037769"/>
            <a:ext cx="6032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Hybridisation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BD6F21-2B94-4E33-B628-6935C5845D3C}"/>
              </a:ext>
            </a:extLst>
          </p:cNvPr>
          <p:cNvSpPr txBox="1"/>
          <p:nvPr/>
        </p:nvSpPr>
        <p:spPr>
          <a:xfrm>
            <a:off x="31456304" y="21409653"/>
            <a:ext cx="8443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Isolation/Separation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D5CC7B-ED35-4DCC-8938-F59515FFD1BA}"/>
              </a:ext>
            </a:extLst>
          </p:cNvPr>
          <p:cNvSpPr txBox="1"/>
          <p:nvPr/>
        </p:nvSpPr>
        <p:spPr>
          <a:xfrm>
            <a:off x="22860802" y="21409653"/>
            <a:ext cx="4616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 err="1">
                <a:latin typeface="Arial" panose="020B0604020202020204" pitchFamily="34" charset="0"/>
                <a:cs typeface="Arial" panose="020B0604020202020204" pitchFamily="34" charset="0"/>
              </a:rPr>
              <a:t>Lxx</a:t>
            </a:r>
            <a:r>
              <a:rPr lang="en-US" sz="7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7200" i="1" dirty="0" err="1">
                <a:latin typeface="Arial" panose="020B0604020202020204" pitchFamily="34" charset="0"/>
                <a:cs typeface="Arial" panose="020B0604020202020204" pitchFamily="34" charset="0"/>
              </a:rPr>
              <a:t>XAlb</a:t>
            </a:r>
            <a:endParaRPr lang="en-US" sz="7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cake&#10;&#10;Description automatically generated">
            <a:extLst>
              <a:ext uri="{FF2B5EF4-FFF2-40B4-BE49-F238E27FC236}">
                <a16:creationId xmlns:a16="http://schemas.microsoft.com/office/drawing/2014/main" id="{E113E0F7-217F-4095-9B12-DC71B3FC45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2786" y="12858868"/>
            <a:ext cx="8839698" cy="8839698"/>
          </a:xfrm>
          <a:prstGeom prst="rect">
            <a:avLst/>
          </a:prstGeom>
        </p:spPr>
      </p:pic>
      <p:sp>
        <p:nvSpPr>
          <p:cNvPr id="34" name="Arrow: Down 33">
            <a:extLst>
              <a:ext uri="{FF2B5EF4-FFF2-40B4-BE49-F238E27FC236}">
                <a16:creationId xmlns:a16="http://schemas.microsoft.com/office/drawing/2014/main" id="{C7CD8587-6F28-43E0-B944-6665727A17D6}"/>
              </a:ext>
            </a:extLst>
          </p:cNvPr>
          <p:cNvSpPr/>
          <p:nvPr/>
        </p:nvSpPr>
        <p:spPr>
          <a:xfrm rot="5400000" flipH="1">
            <a:off x="9421211" y="16320578"/>
            <a:ext cx="1495547" cy="1916291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CC531BA-9C40-4323-84FF-934B646E7F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003" y="13304255"/>
            <a:ext cx="8343832" cy="8021854"/>
          </a:xfrm>
          <a:prstGeom prst="rect">
            <a:avLst/>
          </a:prstGeom>
        </p:spPr>
      </p:pic>
      <p:sp>
        <p:nvSpPr>
          <p:cNvPr id="38" name="Arrow: Down 37">
            <a:extLst>
              <a:ext uri="{FF2B5EF4-FFF2-40B4-BE49-F238E27FC236}">
                <a16:creationId xmlns:a16="http://schemas.microsoft.com/office/drawing/2014/main" id="{744933FD-209B-466C-9FBB-928FC13BAAB7}"/>
              </a:ext>
            </a:extLst>
          </p:cNvPr>
          <p:cNvSpPr/>
          <p:nvPr/>
        </p:nvSpPr>
        <p:spPr>
          <a:xfrm rot="5400000" flipH="1">
            <a:off x="26528564" y="16320576"/>
            <a:ext cx="1495547" cy="1916291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F6F78D-76DC-4A6D-8C89-DC40E7A15240}"/>
              </a:ext>
            </a:extLst>
          </p:cNvPr>
          <p:cNvSpPr txBox="1"/>
          <p:nvPr/>
        </p:nvSpPr>
        <p:spPr>
          <a:xfrm>
            <a:off x="13648785" y="21409653"/>
            <a:ext cx="4616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Adsorption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DAB75A-6AEF-41EB-924D-1FEA4BF3C7E5}"/>
              </a:ext>
            </a:extLst>
          </p:cNvPr>
          <p:cNvSpPr txBox="1"/>
          <p:nvPr/>
        </p:nvSpPr>
        <p:spPr>
          <a:xfrm>
            <a:off x="1607761" y="21409653"/>
            <a:ext cx="7854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Electrochemical</a:t>
            </a:r>
          </a:p>
        </p:txBody>
      </p:sp>
      <p:sp>
        <p:nvSpPr>
          <p:cNvPr id="2" name="Arrow: Circular 1">
            <a:extLst>
              <a:ext uri="{FF2B5EF4-FFF2-40B4-BE49-F238E27FC236}">
                <a16:creationId xmlns:a16="http://schemas.microsoft.com/office/drawing/2014/main" id="{637B679A-9B6D-4C4C-8FDC-458A77E426DF}"/>
              </a:ext>
            </a:extLst>
          </p:cNvPr>
          <p:cNvSpPr/>
          <p:nvPr/>
        </p:nvSpPr>
        <p:spPr>
          <a:xfrm rot="3977855">
            <a:off x="32023928" y="4039036"/>
            <a:ext cx="9671369" cy="9604471"/>
          </a:xfrm>
          <a:prstGeom prst="circularArrow">
            <a:avLst>
              <a:gd name="adj1" fmla="val 8181"/>
              <a:gd name="adj2" fmla="val 919891"/>
              <a:gd name="adj3" fmla="val 20482938"/>
              <a:gd name="adj4" fmla="val 12160323"/>
              <a:gd name="adj5" fmla="val 9729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17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3</cp:revision>
  <dcterms:created xsi:type="dcterms:W3CDTF">2021-11-30T05:21:20Z</dcterms:created>
  <dcterms:modified xsi:type="dcterms:W3CDTF">2022-06-29T01:51:02Z</dcterms:modified>
</cp:coreProperties>
</file>