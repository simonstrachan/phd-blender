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7850425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9" d="100"/>
          <a:sy n="29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1303" y="4489452"/>
            <a:ext cx="35887819" cy="9550400"/>
          </a:xfrm>
        </p:spPr>
        <p:txBody>
          <a:bodyPr anchor="b"/>
          <a:lstStyle>
            <a:lvl1pPr algn="ctr"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81303" y="14408152"/>
            <a:ext cx="35887819" cy="6623048"/>
          </a:xfrm>
        </p:spPr>
        <p:txBody>
          <a:bodyPr/>
          <a:lstStyle>
            <a:lvl1pPr marL="0" indent="0" algn="ctr">
              <a:buNone/>
              <a:defRPr sz="9419"/>
            </a:lvl1pPr>
            <a:lvl2pPr marL="1794386" indent="0" algn="ctr">
              <a:buNone/>
              <a:defRPr sz="7849"/>
            </a:lvl2pPr>
            <a:lvl3pPr marL="3588772" indent="0" algn="ctr">
              <a:buNone/>
              <a:defRPr sz="7064"/>
            </a:lvl3pPr>
            <a:lvl4pPr marL="5383157" indent="0" algn="ctr">
              <a:buNone/>
              <a:defRPr sz="6279"/>
            </a:lvl4pPr>
            <a:lvl5pPr marL="7177543" indent="0" algn="ctr">
              <a:buNone/>
              <a:defRPr sz="6279"/>
            </a:lvl5pPr>
            <a:lvl6pPr marL="8971929" indent="0" algn="ctr">
              <a:buNone/>
              <a:defRPr sz="6279"/>
            </a:lvl6pPr>
            <a:lvl7pPr marL="10766315" indent="0" algn="ctr">
              <a:buNone/>
              <a:defRPr sz="6279"/>
            </a:lvl7pPr>
            <a:lvl8pPr marL="12560701" indent="0" algn="ctr">
              <a:buNone/>
              <a:defRPr sz="6279"/>
            </a:lvl8pPr>
            <a:lvl9pPr marL="14355087" indent="0" algn="ctr">
              <a:buNone/>
              <a:defRPr sz="62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363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452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94" y="6838954"/>
            <a:ext cx="41270992" cy="11410948"/>
          </a:xfrm>
        </p:spPr>
        <p:txBody>
          <a:bodyPr anchor="b"/>
          <a:lstStyle>
            <a:lvl1pPr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4794" y="18357854"/>
            <a:ext cx="41270992" cy="6000748"/>
          </a:xfrm>
        </p:spPr>
        <p:txBody>
          <a:bodyPr/>
          <a:lstStyle>
            <a:lvl1pPr marL="0" indent="0">
              <a:buNone/>
              <a:defRPr sz="9419">
                <a:solidFill>
                  <a:schemeClr val="tx1">
                    <a:tint val="75000"/>
                  </a:schemeClr>
                </a:solidFill>
              </a:defRPr>
            </a:lvl1pPr>
            <a:lvl2pPr marL="1794386" indent="0">
              <a:buNone/>
              <a:defRPr sz="7849">
                <a:solidFill>
                  <a:schemeClr val="tx1">
                    <a:tint val="75000"/>
                  </a:schemeClr>
                </a:solidFill>
              </a:defRPr>
            </a:lvl2pPr>
            <a:lvl3pPr marL="3588772" indent="0">
              <a:buNone/>
              <a:defRPr sz="7064">
                <a:solidFill>
                  <a:schemeClr val="tx1">
                    <a:tint val="75000"/>
                  </a:schemeClr>
                </a:solidFill>
              </a:defRPr>
            </a:lvl3pPr>
            <a:lvl4pPr marL="5383157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4pPr>
            <a:lvl5pPr marL="7177543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5pPr>
            <a:lvl6pPr marL="8971929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6pPr>
            <a:lvl7pPr marL="10766315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7pPr>
            <a:lvl8pPr marL="12560701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8pPr>
            <a:lvl9pPr marL="14355087" indent="0">
              <a:buNone/>
              <a:defRPr sz="62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58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9718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24277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41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49" y="1460502"/>
            <a:ext cx="41270992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5952" y="6724652"/>
            <a:ext cx="20242971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86" indent="0">
              <a:buNone/>
              <a:defRPr sz="7849" b="1"/>
            </a:lvl2pPr>
            <a:lvl3pPr marL="3588772" indent="0">
              <a:buNone/>
              <a:defRPr sz="7064" b="1"/>
            </a:lvl3pPr>
            <a:lvl4pPr marL="5383157" indent="0">
              <a:buNone/>
              <a:defRPr sz="6279" b="1"/>
            </a:lvl4pPr>
            <a:lvl5pPr marL="7177543" indent="0">
              <a:buNone/>
              <a:defRPr sz="6279" b="1"/>
            </a:lvl5pPr>
            <a:lvl6pPr marL="8971929" indent="0">
              <a:buNone/>
              <a:defRPr sz="6279" b="1"/>
            </a:lvl6pPr>
            <a:lvl7pPr marL="10766315" indent="0">
              <a:buNone/>
              <a:defRPr sz="6279" b="1"/>
            </a:lvl7pPr>
            <a:lvl8pPr marL="12560701" indent="0">
              <a:buNone/>
              <a:defRPr sz="6279" b="1"/>
            </a:lvl8pPr>
            <a:lvl9pPr marL="14355087" indent="0">
              <a:buNone/>
              <a:defRPr sz="62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95952" y="10020300"/>
            <a:ext cx="2024297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4279" y="6724652"/>
            <a:ext cx="20342663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86" indent="0">
              <a:buNone/>
              <a:defRPr sz="7849" b="1"/>
            </a:lvl2pPr>
            <a:lvl3pPr marL="3588772" indent="0">
              <a:buNone/>
              <a:defRPr sz="7064" b="1"/>
            </a:lvl3pPr>
            <a:lvl4pPr marL="5383157" indent="0">
              <a:buNone/>
              <a:defRPr sz="6279" b="1"/>
            </a:lvl4pPr>
            <a:lvl5pPr marL="7177543" indent="0">
              <a:buNone/>
              <a:defRPr sz="6279" b="1"/>
            </a:lvl5pPr>
            <a:lvl6pPr marL="8971929" indent="0">
              <a:buNone/>
              <a:defRPr sz="6279" b="1"/>
            </a:lvl6pPr>
            <a:lvl7pPr marL="10766315" indent="0">
              <a:buNone/>
              <a:defRPr sz="6279" b="1"/>
            </a:lvl7pPr>
            <a:lvl8pPr marL="12560701" indent="0">
              <a:buNone/>
              <a:defRPr sz="6279" b="1"/>
            </a:lvl8pPr>
            <a:lvl9pPr marL="14355087" indent="0">
              <a:buNone/>
              <a:defRPr sz="62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224279" y="10020300"/>
            <a:ext cx="2034266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3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14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66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2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42663" y="3949702"/>
            <a:ext cx="24224278" cy="19494500"/>
          </a:xfrm>
        </p:spPr>
        <p:txBody>
          <a:bodyPr/>
          <a:lstStyle>
            <a:lvl1pPr>
              <a:defRPr sz="12559"/>
            </a:lvl1pPr>
            <a:lvl2pPr>
              <a:defRPr sz="10989"/>
            </a:lvl2pPr>
            <a:lvl3pPr>
              <a:defRPr sz="9419"/>
            </a:lvl3pPr>
            <a:lvl4pPr>
              <a:defRPr sz="7849"/>
            </a:lvl4pPr>
            <a:lvl5pPr>
              <a:defRPr sz="7849"/>
            </a:lvl5pPr>
            <a:lvl6pPr>
              <a:defRPr sz="7849"/>
            </a:lvl6pPr>
            <a:lvl7pPr>
              <a:defRPr sz="7849"/>
            </a:lvl7pPr>
            <a:lvl8pPr>
              <a:defRPr sz="7849"/>
            </a:lvl8pPr>
            <a:lvl9pPr>
              <a:defRPr sz="78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2" y="8229600"/>
            <a:ext cx="15433006" cy="15246352"/>
          </a:xfrm>
        </p:spPr>
        <p:txBody>
          <a:bodyPr/>
          <a:lstStyle>
            <a:lvl1pPr marL="0" indent="0">
              <a:buNone/>
              <a:defRPr sz="6279"/>
            </a:lvl1pPr>
            <a:lvl2pPr marL="1794386" indent="0">
              <a:buNone/>
              <a:defRPr sz="5495"/>
            </a:lvl2pPr>
            <a:lvl3pPr marL="3588772" indent="0">
              <a:buNone/>
              <a:defRPr sz="4710"/>
            </a:lvl3pPr>
            <a:lvl4pPr marL="5383157" indent="0">
              <a:buNone/>
              <a:defRPr sz="3925"/>
            </a:lvl4pPr>
            <a:lvl5pPr marL="7177543" indent="0">
              <a:buNone/>
              <a:defRPr sz="3925"/>
            </a:lvl5pPr>
            <a:lvl6pPr marL="8971929" indent="0">
              <a:buNone/>
              <a:defRPr sz="3925"/>
            </a:lvl6pPr>
            <a:lvl7pPr marL="10766315" indent="0">
              <a:buNone/>
              <a:defRPr sz="3925"/>
            </a:lvl7pPr>
            <a:lvl8pPr marL="12560701" indent="0">
              <a:buNone/>
              <a:defRPr sz="3925"/>
            </a:lvl8pPr>
            <a:lvl9pPr marL="14355087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84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2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342663" y="3949702"/>
            <a:ext cx="24224278" cy="19494500"/>
          </a:xfrm>
        </p:spPr>
        <p:txBody>
          <a:bodyPr anchor="t"/>
          <a:lstStyle>
            <a:lvl1pPr marL="0" indent="0">
              <a:buNone/>
              <a:defRPr sz="12559"/>
            </a:lvl1pPr>
            <a:lvl2pPr marL="1794386" indent="0">
              <a:buNone/>
              <a:defRPr sz="10989"/>
            </a:lvl2pPr>
            <a:lvl3pPr marL="3588772" indent="0">
              <a:buNone/>
              <a:defRPr sz="9419"/>
            </a:lvl3pPr>
            <a:lvl4pPr marL="5383157" indent="0">
              <a:buNone/>
              <a:defRPr sz="7849"/>
            </a:lvl4pPr>
            <a:lvl5pPr marL="7177543" indent="0">
              <a:buNone/>
              <a:defRPr sz="7849"/>
            </a:lvl5pPr>
            <a:lvl6pPr marL="8971929" indent="0">
              <a:buNone/>
              <a:defRPr sz="7849"/>
            </a:lvl6pPr>
            <a:lvl7pPr marL="10766315" indent="0">
              <a:buNone/>
              <a:defRPr sz="7849"/>
            </a:lvl7pPr>
            <a:lvl8pPr marL="12560701" indent="0">
              <a:buNone/>
              <a:defRPr sz="7849"/>
            </a:lvl8pPr>
            <a:lvl9pPr marL="14355087" indent="0">
              <a:buNone/>
              <a:defRPr sz="78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2" y="8229600"/>
            <a:ext cx="15433006" cy="15246352"/>
          </a:xfrm>
        </p:spPr>
        <p:txBody>
          <a:bodyPr/>
          <a:lstStyle>
            <a:lvl1pPr marL="0" indent="0">
              <a:buNone/>
              <a:defRPr sz="6279"/>
            </a:lvl1pPr>
            <a:lvl2pPr marL="1794386" indent="0">
              <a:buNone/>
              <a:defRPr sz="5495"/>
            </a:lvl2pPr>
            <a:lvl3pPr marL="3588772" indent="0">
              <a:buNone/>
              <a:defRPr sz="4710"/>
            </a:lvl3pPr>
            <a:lvl4pPr marL="5383157" indent="0">
              <a:buNone/>
              <a:defRPr sz="3925"/>
            </a:lvl4pPr>
            <a:lvl5pPr marL="7177543" indent="0">
              <a:buNone/>
              <a:defRPr sz="3925"/>
            </a:lvl5pPr>
            <a:lvl6pPr marL="8971929" indent="0">
              <a:buNone/>
              <a:defRPr sz="3925"/>
            </a:lvl6pPr>
            <a:lvl7pPr marL="10766315" indent="0">
              <a:buNone/>
              <a:defRPr sz="3925"/>
            </a:lvl7pPr>
            <a:lvl8pPr marL="12560701" indent="0">
              <a:buNone/>
              <a:defRPr sz="3925"/>
            </a:lvl8pPr>
            <a:lvl9pPr marL="14355087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2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61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242961" y="1460500"/>
            <a:ext cx="10317748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9718" y="1460500"/>
            <a:ext cx="30355113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11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9717" y="1460502"/>
            <a:ext cx="41270992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717" y="7302500"/>
            <a:ext cx="41270992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89717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7F1A3-B675-402B-9BAB-423517B3325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50454" y="25425402"/>
            <a:ext cx="16149518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794362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7EC80-CFCA-490F-8267-E0C8A87E38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41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588772" rtl="0" eaLnBrk="1" latinLnBrk="0" hangingPunct="1">
        <a:lnSpc>
          <a:spcPct val="90000"/>
        </a:lnSpc>
        <a:spcBef>
          <a:spcPct val="0"/>
        </a:spcBef>
        <a:buNone/>
        <a:defRPr sz="172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7193" indent="-897193" algn="l" defTabSz="3588772" rtl="0" eaLnBrk="1" latinLnBrk="0" hangingPunct="1">
        <a:lnSpc>
          <a:spcPct val="90000"/>
        </a:lnSpc>
        <a:spcBef>
          <a:spcPts val="3925"/>
        </a:spcBef>
        <a:buFont typeface="Arial" panose="020B0604020202020204" pitchFamily="34" charset="0"/>
        <a:buChar char="•"/>
        <a:defRPr sz="10989" kern="1200">
          <a:solidFill>
            <a:schemeClr val="tx1"/>
          </a:solidFill>
          <a:latin typeface="+mn-lt"/>
          <a:ea typeface="+mn-ea"/>
          <a:cs typeface="+mn-cs"/>
        </a:defRPr>
      </a:lvl1pPr>
      <a:lvl2pPr marL="2691579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9419" kern="1200">
          <a:solidFill>
            <a:schemeClr val="tx1"/>
          </a:solidFill>
          <a:latin typeface="+mn-lt"/>
          <a:ea typeface="+mn-ea"/>
          <a:cs typeface="+mn-cs"/>
        </a:defRPr>
      </a:lvl2pPr>
      <a:lvl3pPr marL="4485965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849" kern="1200">
          <a:solidFill>
            <a:schemeClr val="tx1"/>
          </a:solidFill>
          <a:latin typeface="+mn-lt"/>
          <a:ea typeface="+mn-ea"/>
          <a:cs typeface="+mn-cs"/>
        </a:defRPr>
      </a:lvl3pPr>
      <a:lvl4pPr marL="6280350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8074736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9869122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1663506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3457892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5252278" indent="-897193" algn="l" defTabSz="3588772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1pPr>
      <a:lvl2pPr marL="1794386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2pPr>
      <a:lvl3pPr marL="3588772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3pPr>
      <a:lvl4pPr marL="5383157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7177543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8971929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0766315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2560701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4355087" algn="l" defTabSz="3588772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DDDB2BE-B198-4AED-A76D-5F06A1B9C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2945" y="18254908"/>
            <a:ext cx="9531425" cy="9531425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EA3C7122-736E-4C55-B274-0F4972956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33" y="18110274"/>
            <a:ext cx="9531425" cy="9531425"/>
          </a:xfrm>
          <a:prstGeom prst="rect">
            <a:avLst/>
          </a:prstGeom>
        </p:spPr>
      </p:pic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FF5F87EA-3732-4D00-A077-149B9CB6B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26" y="9836919"/>
            <a:ext cx="7136703" cy="71367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DE969C3-A496-4027-B91C-AB57B9BFC2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521" y="18254908"/>
            <a:ext cx="9531425" cy="95314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6724C9-B964-459A-AB88-E73B659BCA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063" y="9736978"/>
            <a:ext cx="5937491" cy="5937491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391EF274-DAE8-49D3-B8CA-B6416FA7DA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34" y="8501908"/>
            <a:ext cx="8653072" cy="865307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681B30-9038-4B39-A181-1D19D6F259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3804" y="18254907"/>
            <a:ext cx="9531425" cy="9531425"/>
          </a:xfrm>
          <a:prstGeom prst="rect">
            <a:avLst/>
          </a:prstGeom>
        </p:spPr>
      </p:pic>
      <p:sp>
        <p:nvSpPr>
          <p:cNvPr id="42" name="Arrow: Down 41">
            <a:extLst>
              <a:ext uri="{FF2B5EF4-FFF2-40B4-BE49-F238E27FC236}">
                <a16:creationId xmlns:a16="http://schemas.microsoft.com/office/drawing/2014/main" id="{0DFAF742-8482-415B-AAB8-98E57FF90B6F}"/>
              </a:ext>
            </a:extLst>
          </p:cNvPr>
          <p:cNvSpPr/>
          <p:nvPr/>
        </p:nvSpPr>
        <p:spPr>
          <a:xfrm rot="16200000">
            <a:off x="17739089" y="23577894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396FCEB1-D756-4AF6-AA96-4C20AAF51F0F}"/>
              </a:ext>
            </a:extLst>
          </p:cNvPr>
          <p:cNvSpPr/>
          <p:nvPr/>
        </p:nvSpPr>
        <p:spPr>
          <a:xfrm rot="16200000">
            <a:off x="8411501" y="23558022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5BA48D8F-A9FA-4FA6-BDC0-1A6C459ED072}"/>
              </a:ext>
            </a:extLst>
          </p:cNvPr>
          <p:cNvSpPr/>
          <p:nvPr/>
        </p:nvSpPr>
        <p:spPr>
          <a:xfrm rot="16200000">
            <a:off x="27340696" y="23645893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FC0C6CA6-166C-4635-99EE-20817D79E9CA}"/>
              </a:ext>
            </a:extLst>
          </p:cNvPr>
          <p:cNvSpPr/>
          <p:nvPr/>
        </p:nvSpPr>
        <p:spPr>
          <a:xfrm>
            <a:off x="4008648" y="8039292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6" name="Picture 55" descr="A picture containing plant&#10;&#10;Description automatically generated">
            <a:extLst>
              <a:ext uri="{FF2B5EF4-FFF2-40B4-BE49-F238E27FC236}">
                <a16:creationId xmlns:a16="http://schemas.microsoft.com/office/drawing/2014/main" id="{86B43446-B09A-433B-BFFD-B5069EB95A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7815" y="-531374"/>
            <a:ext cx="10903233" cy="10903233"/>
          </a:xfrm>
          <a:prstGeom prst="rect">
            <a:avLst/>
          </a:prstGeom>
        </p:spPr>
      </p:pic>
      <p:sp>
        <p:nvSpPr>
          <p:cNvPr id="57" name="Arrow: Down 56">
            <a:extLst>
              <a:ext uri="{FF2B5EF4-FFF2-40B4-BE49-F238E27FC236}">
                <a16:creationId xmlns:a16="http://schemas.microsoft.com/office/drawing/2014/main" id="{9CA920DF-5FEC-4E58-8027-60DAA8FBC3FA}"/>
              </a:ext>
            </a:extLst>
          </p:cNvPr>
          <p:cNvSpPr/>
          <p:nvPr/>
        </p:nvSpPr>
        <p:spPr>
          <a:xfrm rot="16200000">
            <a:off x="36942303" y="23365164"/>
            <a:ext cx="1495547" cy="191629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88A529F-A328-4E08-99E6-7EC513CA6F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59207" y="19108562"/>
            <a:ext cx="8343832" cy="8021854"/>
          </a:xfrm>
          <a:prstGeom prst="rect">
            <a:avLst/>
          </a:prstGeom>
        </p:spPr>
      </p:pic>
      <p:pic>
        <p:nvPicPr>
          <p:cNvPr id="67" name="Picture 66" descr="Logo&#10;&#10;Description automatically generated with medium confidence">
            <a:extLst>
              <a:ext uri="{FF2B5EF4-FFF2-40B4-BE49-F238E27FC236}">
                <a16:creationId xmlns:a16="http://schemas.microsoft.com/office/drawing/2014/main" id="{4A0D5F6F-DE30-416E-83FD-58E93ED77C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6406" y="-114453"/>
            <a:ext cx="13714286" cy="137142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FBDB4E0-3859-411B-BD91-44798D3730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27081" y="10417798"/>
            <a:ext cx="8230749" cy="8145012"/>
          </a:xfrm>
          <a:prstGeom prst="rect">
            <a:avLst/>
          </a:prstGeom>
        </p:spPr>
      </p:pic>
      <p:sp>
        <p:nvSpPr>
          <p:cNvPr id="71" name="Arrow: Bent 70">
            <a:extLst>
              <a:ext uri="{FF2B5EF4-FFF2-40B4-BE49-F238E27FC236}">
                <a16:creationId xmlns:a16="http://schemas.microsoft.com/office/drawing/2014/main" id="{5E063993-E2B8-41B2-BE24-BA35EE1ED4E4}"/>
              </a:ext>
            </a:extLst>
          </p:cNvPr>
          <p:cNvSpPr/>
          <p:nvPr/>
        </p:nvSpPr>
        <p:spPr>
          <a:xfrm>
            <a:off x="33151679" y="12897599"/>
            <a:ext cx="3611666" cy="5212673"/>
          </a:xfrm>
          <a:prstGeom prst="ben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2" name="Arrow: Bent 71">
            <a:extLst>
              <a:ext uri="{FF2B5EF4-FFF2-40B4-BE49-F238E27FC236}">
                <a16:creationId xmlns:a16="http://schemas.microsoft.com/office/drawing/2014/main" id="{07AC8A6C-C553-41D8-91F3-64516462542D}"/>
              </a:ext>
            </a:extLst>
          </p:cNvPr>
          <p:cNvSpPr/>
          <p:nvPr/>
        </p:nvSpPr>
        <p:spPr>
          <a:xfrm>
            <a:off x="33151679" y="4812632"/>
            <a:ext cx="3611666" cy="13297639"/>
          </a:xfrm>
          <a:prstGeom prst="ben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7C68A4-F582-4C19-BD65-1FF3346977D8}"/>
              </a:ext>
            </a:extLst>
          </p:cNvPr>
          <p:cNvSpPr txBox="1"/>
          <p:nvPr/>
        </p:nvSpPr>
        <p:spPr>
          <a:xfrm>
            <a:off x="10231756" y="4212466"/>
            <a:ext cx="8120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Functionalisation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D992DB-EA2B-46AB-B2A3-7899C68DCC69}"/>
              </a:ext>
            </a:extLst>
          </p:cNvPr>
          <p:cNvSpPr txBox="1"/>
          <p:nvPr/>
        </p:nvSpPr>
        <p:spPr>
          <a:xfrm>
            <a:off x="6772095" y="13100184"/>
            <a:ext cx="5055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Antibody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645A0B-D8DC-4EFC-8246-C8E51DEF1F66}"/>
              </a:ext>
            </a:extLst>
          </p:cNvPr>
          <p:cNvSpPr txBox="1"/>
          <p:nvPr/>
        </p:nvSpPr>
        <p:spPr>
          <a:xfrm>
            <a:off x="11549863" y="7934006"/>
            <a:ext cx="7059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Infected sample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46BA37-99E0-4653-843C-84FC243F7599}"/>
              </a:ext>
            </a:extLst>
          </p:cNvPr>
          <p:cNvSpPr txBox="1"/>
          <p:nvPr/>
        </p:nvSpPr>
        <p:spPr>
          <a:xfrm>
            <a:off x="20353820" y="7933648"/>
            <a:ext cx="7438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Reporter probes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FDF6BE7-1DCB-4536-8553-61747BF23D44}"/>
              </a:ext>
            </a:extLst>
          </p:cNvPr>
          <p:cNvCxnSpPr>
            <a:cxnSpLocks/>
          </p:cNvCxnSpPr>
          <p:nvPr/>
        </p:nvCxnSpPr>
        <p:spPr>
          <a:xfrm>
            <a:off x="23499470" y="9133977"/>
            <a:ext cx="0" cy="1257221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3274F53-33F8-45A6-BC45-DC58FD99747D}"/>
              </a:ext>
            </a:extLst>
          </p:cNvPr>
          <p:cNvCxnSpPr>
            <a:cxnSpLocks/>
          </p:cNvCxnSpPr>
          <p:nvPr/>
        </p:nvCxnSpPr>
        <p:spPr>
          <a:xfrm>
            <a:off x="14523291" y="9266657"/>
            <a:ext cx="0" cy="1257221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F1D3FB0-3821-4577-B97B-2013FFB5C56C}"/>
              </a:ext>
            </a:extLst>
          </p:cNvPr>
          <p:cNvCxnSpPr>
            <a:cxnSpLocks/>
          </p:cNvCxnSpPr>
          <p:nvPr/>
        </p:nvCxnSpPr>
        <p:spPr>
          <a:xfrm rot="16200000">
            <a:off x="6109616" y="13118951"/>
            <a:ext cx="0" cy="1257221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A3A004B-EDF5-4588-A0F0-F99A86D997F3}"/>
              </a:ext>
            </a:extLst>
          </p:cNvPr>
          <p:cNvCxnSpPr>
            <a:cxnSpLocks/>
          </p:cNvCxnSpPr>
          <p:nvPr/>
        </p:nvCxnSpPr>
        <p:spPr>
          <a:xfrm>
            <a:off x="8271099" y="4845202"/>
            <a:ext cx="1803758" cy="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D1923FB-A83B-49DB-9194-DB1C52019E1F}"/>
              </a:ext>
            </a:extLst>
          </p:cNvPr>
          <p:cNvSpPr txBox="1"/>
          <p:nvPr/>
        </p:nvSpPr>
        <p:spPr>
          <a:xfrm>
            <a:off x="6744845" y="20547503"/>
            <a:ext cx="4400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Electrode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1FEB9FE-1DF3-4BEE-9AB4-BC46BC62F434}"/>
              </a:ext>
            </a:extLst>
          </p:cNvPr>
          <p:cNvCxnSpPr>
            <a:cxnSpLocks/>
          </p:cNvCxnSpPr>
          <p:nvPr/>
        </p:nvCxnSpPr>
        <p:spPr>
          <a:xfrm rot="2700000">
            <a:off x="7224105" y="21576140"/>
            <a:ext cx="0" cy="14630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B874B2A-2FD4-4146-AAD8-074C02B36813}"/>
              </a:ext>
            </a:extLst>
          </p:cNvPr>
          <p:cNvCxnSpPr>
            <a:cxnSpLocks/>
          </p:cNvCxnSpPr>
          <p:nvPr/>
        </p:nvCxnSpPr>
        <p:spPr>
          <a:xfrm rot="8100000">
            <a:off x="21716147" y="20198832"/>
            <a:ext cx="0" cy="14630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2AAE7D2-C43C-41A8-B133-28B14B909268}"/>
              </a:ext>
            </a:extLst>
          </p:cNvPr>
          <p:cNvSpPr txBox="1"/>
          <p:nvPr/>
        </p:nvSpPr>
        <p:spPr>
          <a:xfrm>
            <a:off x="17326590" y="19210403"/>
            <a:ext cx="4400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Pathogen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004287D-7DC9-4633-81CF-50927369D2DF}"/>
              </a:ext>
            </a:extLst>
          </p:cNvPr>
          <p:cNvSpPr txBox="1"/>
          <p:nvPr/>
        </p:nvSpPr>
        <p:spPr>
          <a:xfrm>
            <a:off x="39950279" y="19038964"/>
            <a:ext cx="7147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Electrochemical 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3768438-FB9B-4DC9-8859-4F80EFE62F02}"/>
              </a:ext>
            </a:extLst>
          </p:cNvPr>
          <p:cNvSpPr txBox="1"/>
          <p:nvPr/>
        </p:nvSpPr>
        <p:spPr>
          <a:xfrm>
            <a:off x="40479323" y="10071431"/>
            <a:ext cx="6618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Fluorescence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0E62DB-D766-4D04-931F-26FE6FD96544}"/>
              </a:ext>
            </a:extLst>
          </p:cNvPr>
          <p:cNvSpPr txBox="1"/>
          <p:nvPr/>
        </p:nvSpPr>
        <p:spPr>
          <a:xfrm>
            <a:off x="40862707" y="1291075"/>
            <a:ext cx="5322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UV / Visual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F94C0EC-B929-4F25-B995-9F9BA0072294}"/>
              </a:ext>
            </a:extLst>
          </p:cNvPr>
          <p:cNvSpPr txBox="1"/>
          <p:nvPr/>
        </p:nvSpPr>
        <p:spPr>
          <a:xfrm>
            <a:off x="32001811" y="7033465"/>
            <a:ext cx="694958" cy="9940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999" b="1" dirty="0">
                <a:latin typeface="Arial" panose="020B0604020202020204" pitchFamily="34" charset="0"/>
                <a:cs typeface="Arial" panose="020B0604020202020204" pitchFamily="34" charset="0"/>
              </a:rPr>
              <a:t>READOUTS</a:t>
            </a:r>
            <a:endParaRPr lang="en-AU" sz="79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Arrow: Down 99">
            <a:extLst>
              <a:ext uri="{FF2B5EF4-FFF2-40B4-BE49-F238E27FC236}">
                <a16:creationId xmlns:a16="http://schemas.microsoft.com/office/drawing/2014/main" id="{75CC9921-2B28-4296-8DD4-71D4947A2669}"/>
              </a:ext>
            </a:extLst>
          </p:cNvPr>
          <p:cNvSpPr/>
          <p:nvPr/>
        </p:nvSpPr>
        <p:spPr>
          <a:xfrm>
            <a:off x="3857663" y="17229280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1" name="Arrow: Down 100">
            <a:extLst>
              <a:ext uri="{FF2B5EF4-FFF2-40B4-BE49-F238E27FC236}">
                <a16:creationId xmlns:a16="http://schemas.microsoft.com/office/drawing/2014/main" id="{E8464A80-69EA-41F6-86FA-08C503255106}"/>
              </a:ext>
            </a:extLst>
          </p:cNvPr>
          <p:cNvSpPr/>
          <p:nvPr/>
        </p:nvSpPr>
        <p:spPr>
          <a:xfrm>
            <a:off x="13389088" y="17229280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A255522A-2AC4-4FB4-866D-0BFC71187C28}"/>
              </a:ext>
            </a:extLst>
          </p:cNvPr>
          <p:cNvSpPr/>
          <p:nvPr/>
        </p:nvSpPr>
        <p:spPr>
          <a:xfrm>
            <a:off x="22721055" y="17229280"/>
            <a:ext cx="1542977" cy="273837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83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14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5</cp:revision>
  <dcterms:created xsi:type="dcterms:W3CDTF">2021-11-30T01:28:13Z</dcterms:created>
  <dcterms:modified xsi:type="dcterms:W3CDTF">2021-11-30T06:18:35Z</dcterms:modified>
</cp:coreProperties>
</file>