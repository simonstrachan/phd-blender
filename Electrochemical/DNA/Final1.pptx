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47850425" cy="2743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27" d="100"/>
          <a:sy n="27" d="100"/>
        </p:scale>
        <p:origin x="14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81303" y="4489452"/>
            <a:ext cx="35887819" cy="9550400"/>
          </a:xfrm>
        </p:spPr>
        <p:txBody>
          <a:bodyPr anchor="b"/>
          <a:lstStyle>
            <a:lvl1pPr algn="ctr">
              <a:defRPr sz="2354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81303" y="14408152"/>
            <a:ext cx="35887819" cy="6623048"/>
          </a:xfrm>
        </p:spPr>
        <p:txBody>
          <a:bodyPr/>
          <a:lstStyle>
            <a:lvl1pPr marL="0" indent="0" algn="ctr">
              <a:buNone/>
              <a:defRPr sz="9419"/>
            </a:lvl1pPr>
            <a:lvl2pPr marL="1794386" indent="0" algn="ctr">
              <a:buNone/>
              <a:defRPr sz="7849"/>
            </a:lvl2pPr>
            <a:lvl3pPr marL="3588772" indent="0" algn="ctr">
              <a:buNone/>
              <a:defRPr sz="7064"/>
            </a:lvl3pPr>
            <a:lvl4pPr marL="5383157" indent="0" algn="ctr">
              <a:buNone/>
              <a:defRPr sz="6279"/>
            </a:lvl4pPr>
            <a:lvl5pPr marL="7177543" indent="0" algn="ctr">
              <a:buNone/>
              <a:defRPr sz="6279"/>
            </a:lvl5pPr>
            <a:lvl6pPr marL="8971929" indent="0" algn="ctr">
              <a:buNone/>
              <a:defRPr sz="6279"/>
            </a:lvl6pPr>
            <a:lvl7pPr marL="10766315" indent="0" algn="ctr">
              <a:buNone/>
              <a:defRPr sz="6279"/>
            </a:lvl7pPr>
            <a:lvl8pPr marL="12560701" indent="0" algn="ctr">
              <a:buNone/>
              <a:defRPr sz="6279"/>
            </a:lvl8pPr>
            <a:lvl9pPr marL="14355087" indent="0" algn="ctr">
              <a:buNone/>
              <a:defRPr sz="627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7F1A3-B675-402B-9BAB-423517B33253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EC80-CFCA-490F-8267-E0C8A87E38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2363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7F1A3-B675-402B-9BAB-423517B33253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EC80-CFCA-490F-8267-E0C8A87E38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4529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4794" y="6838954"/>
            <a:ext cx="41270992" cy="11410948"/>
          </a:xfrm>
        </p:spPr>
        <p:txBody>
          <a:bodyPr anchor="b"/>
          <a:lstStyle>
            <a:lvl1pPr>
              <a:defRPr sz="2354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64794" y="18357854"/>
            <a:ext cx="41270992" cy="6000748"/>
          </a:xfrm>
        </p:spPr>
        <p:txBody>
          <a:bodyPr/>
          <a:lstStyle>
            <a:lvl1pPr marL="0" indent="0">
              <a:buNone/>
              <a:defRPr sz="9419">
                <a:solidFill>
                  <a:schemeClr val="tx1">
                    <a:tint val="75000"/>
                  </a:schemeClr>
                </a:solidFill>
              </a:defRPr>
            </a:lvl1pPr>
            <a:lvl2pPr marL="1794386" indent="0">
              <a:buNone/>
              <a:defRPr sz="7849">
                <a:solidFill>
                  <a:schemeClr val="tx1">
                    <a:tint val="75000"/>
                  </a:schemeClr>
                </a:solidFill>
              </a:defRPr>
            </a:lvl2pPr>
            <a:lvl3pPr marL="3588772" indent="0">
              <a:buNone/>
              <a:defRPr sz="7064">
                <a:solidFill>
                  <a:schemeClr val="tx1">
                    <a:tint val="75000"/>
                  </a:schemeClr>
                </a:solidFill>
              </a:defRPr>
            </a:lvl3pPr>
            <a:lvl4pPr marL="5383157" indent="0">
              <a:buNone/>
              <a:defRPr sz="6279">
                <a:solidFill>
                  <a:schemeClr val="tx1">
                    <a:tint val="75000"/>
                  </a:schemeClr>
                </a:solidFill>
              </a:defRPr>
            </a:lvl4pPr>
            <a:lvl5pPr marL="7177543" indent="0">
              <a:buNone/>
              <a:defRPr sz="6279">
                <a:solidFill>
                  <a:schemeClr val="tx1">
                    <a:tint val="75000"/>
                  </a:schemeClr>
                </a:solidFill>
              </a:defRPr>
            </a:lvl5pPr>
            <a:lvl6pPr marL="8971929" indent="0">
              <a:buNone/>
              <a:defRPr sz="6279">
                <a:solidFill>
                  <a:schemeClr val="tx1">
                    <a:tint val="75000"/>
                  </a:schemeClr>
                </a:solidFill>
              </a:defRPr>
            </a:lvl6pPr>
            <a:lvl7pPr marL="10766315" indent="0">
              <a:buNone/>
              <a:defRPr sz="6279">
                <a:solidFill>
                  <a:schemeClr val="tx1">
                    <a:tint val="75000"/>
                  </a:schemeClr>
                </a:solidFill>
              </a:defRPr>
            </a:lvl7pPr>
            <a:lvl8pPr marL="12560701" indent="0">
              <a:buNone/>
              <a:defRPr sz="6279">
                <a:solidFill>
                  <a:schemeClr val="tx1">
                    <a:tint val="75000"/>
                  </a:schemeClr>
                </a:solidFill>
              </a:defRPr>
            </a:lvl8pPr>
            <a:lvl9pPr marL="14355087" indent="0">
              <a:buNone/>
              <a:defRPr sz="627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7F1A3-B675-402B-9BAB-423517B33253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EC80-CFCA-490F-8267-E0C8A87E38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7584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89718" y="7302500"/>
            <a:ext cx="20336431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224277" y="7302500"/>
            <a:ext cx="20336431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7F1A3-B675-402B-9BAB-423517B33253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EC80-CFCA-490F-8267-E0C8A87E38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8411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5949" y="1460502"/>
            <a:ext cx="41270992" cy="53022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95952" y="6724652"/>
            <a:ext cx="20242971" cy="3295648"/>
          </a:xfrm>
        </p:spPr>
        <p:txBody>
          <a:bodyPr anchor="b"/>
          <a:lstStyle>
            <a:lvl1pPr marL="0" indent="0">
              <a:buNone/>
              <a:defRPr sz="9419" b="1"/>
            </a:lvl1pPr>
            <a:lvl2pPr marL="1794386" indent="0">
              <a:buNone/>
              <a:defRPr sz="7849" b="1"/>
            </a:lvl2pPr>
            <a:lvl3pPr marL="3588772" indent="0">
              <a:buNone/>
              <a:defRPr sz="7064" b="1"/>
            </a:lvl3pPr>
            <a:lvl4pPr marL="5383157" indent="0">
              <a:buNone/>
              <a:defRPr sz="6279" b="1"/>
            </a:lvl4pPr>
            <a:lvl5pPr marL="7177543" indent="0">
              <a:buNone/>
              <a:defRPr sz="6279" b="1"/>
            </a:lvl5pPr>
            <a:lvl6pPr marL="8971929" indent="0">
              <a:buNone/>
              <a:defRPr sz="6279" b="1"/>
            </a:lvl6pPr>
            <a:lvl7pPr marL="10766315" indent="0">
              <a:buNone/>
              <a:defRPr sz="6279" b="1"/>
            </a:lvl7pPr>
            <a:lvl8pPr marL="12560701" indent="0">
              <a:buNone/>
              <a:defRPr sz="6279" b="1"/>
            </a:lvl8pPr>
            <a:lvl9pPr marL="14355087" indent="0">
              <a:buNone/>
              <a:defRPr sz="627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95952" y="10020300"/>
            <a:ext cx="20242971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224279" y="6724652"/>
            <a:ext cx="20342663" cy="3295648"/>
          </a:xfrm>
        </p:spPr>
        <p:txBody>
          <a:bodyPr anchor="b"/>
          <a:lstStyle>
            <a:lvl1pPr marL="0" indent="0">
              <a:buNone/>
              <a:defRPr sz="9419" b="1"/>
            </a:lvl1pPr>
            <a:lvl2pPr marL="1794386" indent="0">
              <a:buNone/>
              <a:defRPr sz="7849" b="1"/>
            </a:lvl2pPr>
            <a:lvl3pPr marL="3588772" indent="0">
              <a:buNone/>
              <a:defRPr sz="7064" b="1"/>
            </a:lvl3pPr>
            <a:lvl4pPr marL="5383157" indent="0">
              <a:buNone/>
              <a:defRPr sz="6279" b="1"/>
            </a:lvl4pPr>
            <a:lvl5pPr marL="7177543" indent="0">
              <a:buNone/>
              <a:defRPr sz="6279" b="1"/>
            </a:lvl5pPr>
            <a:lvl6pPr marL="8971929" indent="0">
              <a:buNone/>
              <a:defRPr sz="6279" b="1"/>
            </a:lvl6pPr>
            <a:lvl7pPr marL="10766315" indent="0">
              <a:buNone/>
              <a:defRPr sz="6279" b="1"/>
            </a:lvl7pPr>
            <a:lvl8pPr marL="12560701" indent="0">
              <a:buNone/>
              <a:defRPr sz="6279" b="1"/>
            </a:lvl8pPr>
            <a:lvl9pPr marL="14355087" indent="0">
              <a:buNone/>
              <a:defRPr sz="627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224279" y="10020300"/>
            <a:ext cx="20342663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7F1A3-B675-402B-9BAB-423517B33253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EC80-CFCA-490F-8267-E0C8A87E38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8379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7F1A3-B675-402B-9BAB-423517B33253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EC80-CFCA-490F-8267-E0C8A87E38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9149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7F1A3-B675-402B-9BAB-423517B33253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EC80-CFCA-490F-8267-E0C8A87E38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3662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5952" y="1828800"/>
            <a:ext cx="15433006" cy="6400800"/>
          </a:xfrm>
        </p:spPr>
        <p:txBody>
          <a:bodyPr anchor="b"/>
          <a:lstStyle>
            <a:lvl1pPr>
              <a:defRPr sz="1255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42663" y="3949702"/>
            <a:ext cx="24224278" cy="19494500"/>
          </a:xfrm>
        </p:spPr>
        <p:txBody>
          <a:bodyPr/>
          <a:lstStyle>
            <a:lvl1pPr>
              <a:defRPr sz="12559"/>
            </a:lvl1pPr>
            <a:lvl2pPr>
              <a:defRPr sz="10989"/>
            </a:lvl2pPr>
            <a:lvl3pPr>
              <a:defRPr sz="9419"/>
            </a:lvl3pPr>
            <a:lvl4pPr>
              <a:defRPr sz="7849"/>
            </a:lvl4pPr>
            <a:lvl5pPr>
              <a:defRPr sz="7849"/>
            </a:lvl5pPr>
            <a:lvl6pPr>
              <a:defRPr sz="7849"/>
            </a:lvl6pPr>
            <a:lvl7pPr>
              <a:defRPr sz="7849"/>
            </a:lvl7pPr>
            <a:lvl8pPr>
              <a:defRPr sz="7849"/>
            </a:lvl8pPr>
            <a:lvl9pPr>
              <a:defRPr sz="78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95952" y="8229600"/>
            <a:ext cx="15433006" cy="15246352"/>
          </a:xfrm>
        </p:spPr>
        <p:txBody>
          <a:bodyPr/>
          <a:lstStyle>
            <a:lvl1pPr marL="0" indent="0">
              <a:buNone/>
              <a:defRPr sz="6279"/>
            </a:lvl1pPr>
            <a:lvl2pPr marL="1794386" indent="0">
              <a:buNone/>
              <a:defRPr sz="5495"/>
            </a:lvl2pPr>
            <a:lvl3pPr marL="3588772" indent="0">
              <a:buNone/>
              <a:defRPr sz="4710"/>
            </a:lvl3pPr>
            <a:lvl4pPr marL="5383157" indent="0">
              <a:buNone/>
              <a:defRPr sz="3925"/>
            </a:lvl4pPr>
            <a:lvl5pPr marL="7177543" indent="0">
              <a:buNone/>
              <a:defRPr sz="3925"/>
            </a:lvl5pPr>
            <a:lvl6pPr marL="8971929" indent="0">
              <a:buNone/>
              <a:defRPr sz="3925"/>
            </a:lvl6pPr>
            <a:lvl7pPr marL="10766315" indent="0">
              <a:buNone/>
              <a:defRPr sz="3925"/>
            </a:lvl7pPr>
            <a:lvl8pPr marL="12560701" indent="0">
              <a:buNone/>
              <a:defRPr sz="3925"/>
            </a:lvl8pPr>
            <a:lvl9pPr marL="14355087" indent="0">
              <a:buNone/>
              <a:defRPr sz="39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7F1A3-B675-402B-9BAB-423517B33253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EC80-CFCA-490F-8267-E0C8A87E38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7843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5952" y="1828800"/>
            <a:ext cx="15433006" cy="6400800"/>
          </a:xfrm>
        </p:spPr>
        <p:txBody>
          <a:bodyPr anchor="b"/>
          <a:lstStyle>
            <a:lvl1pPr>
              <a:defRPr sz="1255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342663" y="3949702"/>
            <a:ext cx="24224278" cy="19494500"/>
          </a:xfrm>
        </p:spPr>
        <p:txBody>
          <a:bodyPr anchor="t"/>
          <a:lstStyle>
            <a:lvl1pPr marL="0" indent="0">
              <a:buNone/>
              <a:defRPr sz="12559"/>
            </a:lvl1pPr>
            <a:lvl2pPr marL="1794386" indent="0">
              <a:buNone/>
              <a:defRPr sz="10989"/>
            </a:lvl2pPr>
            <a:lvl3pPr marL="3588772" indent="0">
              <a:buNone/>
              <a:defRPr sz="9419"/>
            </a:lvl3pPr>
            <a:lvl4pPr marL="5383157" indent="0">
              <a:buNone/>
              <a:defRPr sz="7849"/>
            </a:lvl4pPr>
            <a:lvl5pPr marL="7177543" indent="0">
              <a:buNone/>
              <a:defRPr sz="7849"/>
            </a:lvl5pPr>
            <a:lvl6pPr marL="8971929" indent="0">
              <a:buNone/>
              <a:defRPr sz="7849"/>
            </a:lvl6pPr>
            <a:lvl7pPr marL="10766315" indent="0">
              <a:buNone/>
              <a:defRPr sz="7849"/>
            </a:lvl7pPr>
            <a:lvl8pPr marL="12560701" indent="0">
              <a:buNone/>
              <a:defRPr sz="7849"/>
            </a:lvl8pPr>
            <a:lvl9pPr marL="14355087" indent="0">
              <a:buNone/>
              <a:defRPr sz="784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95952" y="8229600"/>
            <a:ext cx="15433006" cy="15246352"/>
          </a:xfrm>
        </p:spPr>
        <p:txBody>
          <a:bodyPr/>
          <a:lstStyle>
            <a:lvl1pPr marL="0" indent="0">
              <a:buNone/>
              <a:defRPr sz="6279"/>
            </a:lvl1pPr>
            <a:lvl2pPr marL="1794386" indent="0">
              <a:buNone/>
              <a:defRPr sz="5495"/>
            </a:lvl2pPr>
            <a:lvl3pPr marL="3588772" indent="0">
              <a:buNone/>
              <a:defRPr sz="4710"/>
            </a:lvl3pPr>
            <a:lvl4pPr marL="5383157" indent="0">
              <a:buNone/>
              <a:defRPr sz="3925"/>
            </a:lvl4pPr>
            <a:lvl5pPr marL="7177543" indent="0">
              <a:buNone/>
              <a:defRPr sz="3925"/>
            </a:lvl5pPr>
            <a:lvl6pPr marL="8971929" indent="0">
              <a:buNone/>
              <a:defRPr sz="3925"/>
            </a:lvl6pPr>
            <a:lvl7pPr marL="10766315" indent="0">
              <a:buNone/>
              <a:defRPr sz="3925"/>
            </a:lvl7pPr>
            <a:lvl8pPr marL="12560701" indent="0">
              <a:buNone/>
              <a:defRPr sz="3925"/>
            </a:lvl8pPr>
            <a:lvl9pPr marL="14355087" indent="0">
              <a:buNone/>
              <a:defRPr sz="39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7F1A3-B675-402B-9BAB-423517B33253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EC80-CFCA-490F-8267-E0C8A87E38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628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7F1A3-B675-402B-9BAB-423517B33253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EC80-CFCA-490F-8267-E0C8A87E38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4613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4242961" y="1460500"/>
            <a:ext cx="10317748" cy="232473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89718" y="1460500"/>
            <a:ext cx="30355113" cy="232473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7F1A3-B675-402B-9BAB-423517B33253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EC80-CFCA-490F-8267-E0C8A87E38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4111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89717" y="1460502"/>
            <a:ext cx="41270992" cy="53022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89717" y="7302500"/>
            <a:ext cx="41270992" cy="17405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289717" y="25425402"/>
            <a:ext cx="10766346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47F1A3-B675-402B-9BAB-423517B33253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850454" y="25425402"/>
            <a:ext cx="16149518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3794362" y="25425402"/>
            <a:ext cx="10766346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7EC80-CFCA-490F-8267-E0C8A87E38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9414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3588772" rtl="0" eaLnBrk="1" latinLnBrk="0" hangingPunct="1">
        <a:lnSpc>
          <a:spcPct val="90000"/>
        </a:lnSpc>
        <a:spcBef>
          <a:spcPct val="0"/>
        </a:spcBef>
        <a:buNone/>
        <a:defRPr sz="1726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7193" indent="-897193" algn="l" defTabSz="3588772" rtl="0" eaLnBrk="1" latinLnBrk="0" hangingPunct="1">
        <a:lnSpc>
          <a:spcPct val="90000"/>
        </a:lnSpc>
        <a:spcBef>
          <a:spcPts val="3925"/>
        </a:spcBef>
        <a:buFont typeface="Arial" panose="020B0604020202020204" pitchFamily="34" charset="0"/>
        <a:buChar char="•"/>
        <a:defRPr sz="10989" kern="1200">
          <a:solidFill>
            <a:schemeClr val="tx1"/>
          </a:solidFill>
          <a:latin typeface="+mn-lt"/>
          <a:ea typeface="+mn-ea"/>
          <a:cs typeface="+mn-cs"/>
        </a:defRPr>
      </a:lvl1pPr>
      <a:lvl2pPr marL="2691579" indent="-897193" algn="l" defTabSz="3588772" rtl="0" eaLnBrk="1" latinLnBrk="0" hangingPunct="1">
        <a:lnSpc>
          <a:spcPct val="90000"/>
        </a:lnSpc>
        <a:spcBef>
          <a:spcPts val="1962"/>
        </a:spcBef>
        <a:buFont typeface="Arial" panose="020B0604020202020204" pitchFamily="34" charset="0"/>
        <a:buChar char="•"/>
        <a:defRPr sz="9419" kern="1200">
          <a:solidFill>
            <a:schemeClr val="tx1"/>
          </a:solidFill>
          <a:latin typeface="+mn-lt"/>
          <a:ea typeface="+mn-ea"/>
          <a:cs typeface="+mn-cs"/>
        </a:defRPr>
      </a:lvl2pPr>
      <a:lvl3pPr marL="4485965" indent="-897193" algn="l" defTabSz="3588772" rtl="0" eaLnBrk="1" latinLnBrk="0" hangingPunct="1">
        <a:lnSpc>
          <a:spcPct val="90000"/>
        </a:lnSpc>
        <a:spcBef>
          <a:spcPts val="1962"/>
        </a:spcBef>
        <a:buFont typeface="Arial" panose="020B0604020202020204" pitchFamily="34" charset="0"/>
        <a:buChar char="•"/>
        <a:defRPr sz="7849" kern="1200">
          <a:solidFill>
            <a:schemeClr val="tx1"/>
          </a:solidFill>
          <a:latin typeface="+mn-lt"/>
          <a:ea typeface="+mn-ea"/>
          <a:cs typeface="+mn-cs"/>
        </a:defRPr>
      </a:lvl3pPr>
      <a:lvl4pPr marL="6280350" indent="-897193" algn="l" defTabSz="3588772" rtl="0" eaLnBrk="1" latinLnBrk="0" hangingPunct="1">
        <a:lnSpc>
          <a:spcPct val="90000"/>
        </a:lnSpc>
        <a:spcBef>
          <a:spcPts val="1962"/>
        </a:spcBef>
        <a:buFont typeface="Arial" panose="020B0604020202020204" pitchFamily="34" charset="0"/>
        <a:buChar char="•"/>
        <a:defRPr sz="7064" kern="1200">
          <a:solidFill>
            <a:schemeClr val="tx1"/>
          </a:solidFill>
          <a:latin typeface="+mn-lt"/>
          <a:ea typeface="+mn-ea"/>
          <a:cs typeface="+mn-cs"/>
        </a:defRPr>
      </a:lvl4pPr>
      <a:lvl5pPr marL="8074736" indent="-897193" algn="l" defTabSz="3588772" rtl="0" eaLnBrk="1" latinLnBrk="0" hangingPunct="1">
        <a:lnSpc>
          <a:spcPct val="90000"/>
        </a:lnSpc>
        <a:spcBef>
          <a:spcPts val="1962"/>
        </a:spcBef>
        <a:buFont typeface="Arial" panose="020B0604020202020204" pitchFamily="34" charset="0"/>
        <a:buChar char="•"/>
        <a:defRPr sz="7064" kern="1200">
          <a:solidFill>
            <a:schemeClr val="tx1"/>
          </a:solidFill>
          <a:latin typeface="+mn-lt"/>
          <a:ea typeface="+mn-ea"/>
          <a:cs typeface="+mn-cs"/>
        </a:defRPr>
      </a:lvl5pPr>
      <a:lvl6pPr marL="9869122" indent="-897193" algn="l" defTabSz="3588772" rtl="0" eaLnBrk="1" latinLnBrk="0" hangingPunct="1">
        <a:lnSpc>
          <a:spcPct val="90000"/>
        </a:lnSpc>
        <a:spcBef>
          <a:spcPts val="1962"/>
        </a:spcBef>
        <a:buFont typeface="Arial" panose="020B0604020202020204" pitchFamily="34" charset="0"/>
        <a:buChar char="•"/>
        <a:defRPr sz="7064" kern="1200">
          <a:solidFill>
            <a:schemeClr val="tx1"/>
          </a:solidFill>
          <a:latin typeface="+mn-lt"/>
          <a:ea typeface="+mn-ea"/>
          <a:cs typeface="+mn-cs"/>
        </a:defRPr>
      </a:lvl6pPr>
      <a:lvl7pPr marL="11663506" indent="-897193" algn="l" defTabSz="3588772" rtl="0" eaLnBrk="1" latinLnBrk="0" hangingPunct="1">
        <a:lnSpc>
          <a:spcPct val="90000"/>
        </a:lnSpc>
        <a:spcBef>
          <a:spcPts val="1962"/>
        </a:spcBef>
        <a:buFont typeface="Arial" panose="020B0604020202020204" pitchFamily="34" charset="0"/>
        <a:buChar char="•"/>
        <a:defRPr sz="7064" kern="1200">
          <a:solidFill>
            <a:schemeClr val="tx1"/>
          </a:solidFill>
          <a:latin typeface="+mn-lt"/>
          <a:ea typeface="+mn-ea"/>
          <a:cs typeface="+mn-cs"/>
        </a:defRPr>
      </a:lvl7pPr>
      <a:lvl8pPr marL="13457892" indent="-897193" algn="l" defTabSz="3588772" rtl="0" eaLnBrk="1" latinLnBrk="0" hangingPunct="1">
        <a:lnSpc>
          <a:spcPct val="90000"/>
        </a:lnSpc>
        <a:spcBef>
          <a:spcPts val="1962"/>
        </a:spcBef>
        <a:buFont typeface="Arial" panose="020B0604020202020204" pitchFamily="34" charset="0"/>
        <a:buChar char="•"/>
        <a:defRPr sz="7064" kern="1200">
          <a:solidFill>
            <a:schemeClr val="tx1"/>
          </a:solidFill>
          <a:latin typeface="+mn-lt"/>
          <a:ea typeface="+mn-ea"/>
          <a:cs typeface="+mn-cs"/>
        </a:defRPr>
      </a:lvl8pPr>
      <a:lvl9pPr marL="15252278" indent="-897193" algn="l" defTabSz="3588772" rtl="0" eaLnBrk="1" latinLnBrk="0" hangingPunct="1">
        <a:lnSpc>
          <a:spcPct val="90000"/>
        </a:lnSpc>
        <a:spcBef>
          <a:spcPts val="1962"/>
        </a:spcBef>
        <a:buFont typeface="Arial" panose="020B0604020202020204" pitchFamily="34" charset="0"/>
        <a:buChar char="•"/>
        <a:defRPr sz="70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88772" rtl="0" eaLnBrk="1" latinLnBrk="0" hangingPunct="1">
        <a:defRPr sz="7064" kern="1200">
          <a:solidFill>
            <a:schemeClr val="tx1"/>
          </a:solidFill>
          <a:latin typeface="+mn-lt"/>
          <a:ea typeface="+mn-ea"/>
          <a:cs typeface="+mn-cs"/>
        </a:defRPr>
      </a:lvl1pPr>
      <a:lvl2pPr marL="1794386" algn="l" defTabSz="3588772" rtl="0" eaLnBrk="1" latinLnBrk="0" hangingPunct="1">
        <a:defRPr sz="7064" kern="1200">
          <a:solidFill>
            <a:schemeClr val="tx1"/>
          </a:solidFill>
          <a:latin typeface="+mn-lt"/>
          <a:ea typeface="+mn-ea"/>
          <a:cs typeface="+mn-cs"/>
        </a:defRPr>
      </a:lvl2pPr>
      <a:lvl3pPr marL="3588772" algn="l" defTabSz="3588772" rtl="0" eaLnBrk="1" latinLnBrk="0" hangingPunct="1">
        <a:defRPr sz="7064" kern="1200">
          <a:solidFill>
            <a:schemeClr val="tx1"/>
          </a:solidFill>
          <a:latin typeface="+mn-lt"/>
          <a:ea typeface="+mn-ea"/>
          <a:cs typeface="+mn-cs"/>
        </a:defRPr>
      </a:lvl3pPr>
      <a:lvl4pPr marL="5383157" algn="l" defTabSz="3588772" rtl="0" eaLnBrk="1" latinLnBrk="0" hangingPunct="1">
        <a:defRPr sz="7064" kern="1200">
          <a:solidFill>
            <a:schemeClr val="tx1"/>
          </a:solidFill>
          <a:latin typeface="+mn-lt"/>
          <a:ea typeface="+mn-ea"/>
          <a:cs typeface="+mn-cs"/>
        </a:defRPr>
      </a:lvl4pPr>
      <a:lvl5pPr marL="7177543" algn="l" defTabSz="3588772" rtl="0" eaLnBrk="1" latinLnBrk="0" hangingPunct="1">
        <a:defRPr sz="7064" kern="1200">
          <a:solidFill>
            <a:schemeClr val="tx1"/>
          </a:solidFill>
          <a:latin typeface="+mn-lt"/>
          <a:ea typeface="+mn-ea"/>
          <a:cs typeface="+mn-cs"/>
        </a:defRPr>
      </a:lvl5pPr>
      <a:lvl6pPr marL="8971929" algn="l" defTabSz="3588772" rtl="0" eaLnBrk="1" latinLnBrk="0" hangingPunct="1">
        <a:defRPr sz="7064" kern="1200">
          <a:solidFill>
            <a:schemeClr val="tx1"/>
          </a:solidFill>
          <a:latin typeface="+mn-lt"/>
          <a:ea typeface="+mn-ea"/>
          <a:cs typeface="+mn-cs"/>
        </a:defRPr>
      </a:lvl6pPr>
      <a:lvl7pPr marL="10766315" algn="l" defTabSz="3588772" rtl="0" eaLnBrk="1" latinLnBrk="0" hangingPunct="1">
        <a:defRPr sz="7064" kern="1200">
          <a:solidFill>
            <a:schemeClr val="tx1"/>
          </a:solidFill>
          <a:latin typeface="+mn-lt"/>
          <a:ea typeface="+mn-ea"/>
          <a:cs typeface="+mn-cs"/>
        </a:defRPr>
      </a:lvl7pPr>
      <a:lvl8pPr marL="12560701" algn="l" defTabSz="3588772" rtl="0" eaLnBrk="1" latinLnBrk="0" hangingPunct="1">
        <a:defRPr sz="7064" kern="1200">
          <a:solidFill>
            <a:schemeClr val="tx1"/>
          </a:solidFill>
          <a:latin typeface="+mn-lt"/>
          <a:ea typeface="+mn-ea"/>
          <a:cs typeface="+mn-cs"/>
        </a:defRPr>
      </a:lvl8pPr>
      <a:lvl9pPr marL="14355087" algn="l" defTabSz="3588772" rtl="0" eaLnBrk="1" latinLnBrk="0" hangingPunct="1">
        <a:defRPr sz="70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ake&#10;&#10;Description automatically generated">
            <a:extLst>
              <a:ext uri="{FF2B5EF4-FFF2-40B4-BE49-F238E27FC236}">
                <a16:creationId xmlns:a16="http://schemas.microsoft.com/office/drawing/2014/main" id="{F50B3A82-CCE6-467C-9A44-024049523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65793" y="19988255"/>
            <a:ext cx="7443745" cy="7443745"/>
          </a:xfrm>
          <a:prstGeom prst="rect">
            <a:avLst/>
          </a:prstGeom>
        </p:spPr>
      </p:pic>
      <p:pic>
        <p:nvPicPr>
          <p:cNvPr id="11" name="Picture 10" descr="A picture containing light&#10;&#10;Description automatically generated">
            <a:extLst>
              <a:ext uri="{FF2B5EF4-FFF2-40B4-BE49-F238E27FC236}">
                <a16:creationId xmlns:a16="http://schemas.microsoft.com/office/drawing/2014/main" id="{BC288744-2477-4465-B0CE-176EFB38C7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153" y="10930313"/>
            <a:ext cx="6152663" cy="6152663"/>
          </a:xfrm>
          <a:prstGeom prst="rect">
            <a:avLst/>
          </a:prstGeom>
        </p:spPr>
      </p:pic>
      <p:pic>
        <p:nvPicPr>
          <p:cNvPr id="9" name="Picture 8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0E0208C7-8BD2-4381-9E7E-B5CDC33F89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3111" y="6114773"/>
            <a:ext cx="13714285" cy="13714285"/>
          </a:xfrm>
          <a:prstGeom prst="rect">
            <a:avLst/>
          </a:prstGeom>
        </p:spPr>
      </p:pic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id="{EA3C7122-736E-4C55-B274-0F4972956F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33" y="18110274"/>
            <a:ext cx="9531425" cy="953142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26724C9-B964-459A-AB88-E73B659BCA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2063" y="9736978"/>
            <a:ext cx="5937491" cy="5937491"/>
          </a:xfrm>
          <a:prstGeom prst="rect">
            <a:avLst/>
          </a:prstGeom>
        </p:spPr>
      </p:pic>
      <p:sp>
        <p:nvSpPr>
          <p:cNvPr id="42" name="Arrow: Down 41">
            <a:extLst>
              <a:ext uri="{FF2B5EF4-FFF2-40B4-BE49-F238E27FC236}">
                <a16:creationId xmlns:a16="http://schemas.microsoft.com/office/drawing/2014/main" id="{0DFAF742-8482-415B-AAB8-98E57FF90B6F}"/>
              </a:ext>
            </a:extLst>
          </p:cNvPr>
          <p:cNvSpPr/>
          <p:nvPr/>
        </p:nvSpPr>
        <p:spPr>
          <a:xfrm rot="16200000">
            <a:off x="17739089" y="23577894"/>
            <a:ext cx="1495547" cy="1916292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396FCEB1-D756-4AF6-AA96-4C20AAF51F0F}"/>
              </a:ext>
            </a:extLst>
          </p:cNvPr>
          <p:cNvSpPr/>
          <p:nvPr/>
        </p:nvSpPr>
        <p:spPr>
          <a:xfrm rot="16200000">
            <a:off x="8411501" y="23558022"/>
            <a:ext cx="1495547" cy="1916292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5" name="Arrow: Down 44">
            <a:extLst>
              <a:ext uri="{FF2B5EF4-FFF2-40B4-BE49-F238E27FC236}">
                <a16:creationId xmlns:a16="http://schemas.microsoft.com/office/drawing/2014/main" id="{5BA48D8F-A9FA-4FA6-BDC0-1A6C459ED072}"/>
              </a:ext>
            </a:extLst>
          </p:cNvPr>
          <p:cNvSpPr/>
          <p:nvPr/>
        </p:nvSpPr>
        <p:spPr>
          <a:xfrm rot="16200000">
            <a:off x="27340696" y="23645893"/>
            <a:ext cx="1495547" cy="1916292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0" name="Arrow: Down 49">
            <a:extLst>
              <a:ext uri="{FF2B5EF4-FFF2-40B4-BE49-F238E27FC236}">
                <a16:creationId xmlns:a16="http://schemas.microsoft.com/office/drawing/2014/main" id="{FC0C6CA6-166C-4635-99EE-20817D79E9CA}"/>
              </a:ext>
            </a:extLst>
          </p:cNvPr>
          <p:cNvSpPr/>
          <p:nvPr/>
        </p:nvSpPr>
        <p:spPr>
          <a:xfrm>
            <a:off x="4008648" y="8039292"/>
            <a:ext cx="1542977" cy="2738376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56" name="Picture 55" descr="A picture containing plant&#10;&#10;Description automatically generated">
            <a:extLst>
              <a:ext uri="{FF2B5EF4-FFF2-40B4-BE49-F238E27FC236}">
                <a16:creationId xmlns:a16="http://schemas.microsoft.com/office/drawing/2014/main" id="{86B43446-B09A-433B-BFFD-B5069EB95A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7815" y="-531374"/>
            <a:ext cx="10903233" cy="10903233"/>
          </a:xfrm>
          <a:prstGeom prst="rect">
            <a:avLst/>
          </a:prstGeom>
        </p:spPr>
      </p:pic>
      <p:sp>
        <p:nvSpPr>
          <p:cNvPr id="57" name="Arrow: Down 56">
            <a:extLst>
              <a:ext uri="{FF2B5EF4-FFF2-40B4-BE49-F238E27FC236}">
                <a16:creationId xmlns:a16="http://schemas.microsoft.com/office/drawing/2014/main" id="{9CA920DF-5FEC-4E58-8027-60DAA8FBC3FA}"/>
              </a:ext>
            </a:extLst>
          </p:cNvPr>
          <p:cNvSpPr/>
          <p:nvPr/>
        </p:nvSpPr>
        <p:spPr>
          <a:xfrm rot="16200000">
            <a:off x="37153288" y="21913230"/>
            <a:ext cx="1495547" cy="1916292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188A529F-A328-4E08-99E6-7EC513CA6F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859207" y="19108562"/>
            <a:ext cx="8343832" cy="8021854"/>
          </a:xfrm>
          <a:prstGeom prst="rect">
            <a:avLst/>
          </a:prstGeom>
        </p:spPr>
      </p:pic>
      <p:pic>
        <p:nvPicPr>
          <p:cNvPr id="67" name="Picture 66" descr="Logo&#10;&#10;Description automatically generated with medium confidence">
            <a:extLst>
              <a:ext uri="{FF2B5EF4-FFF2-40B4-BE49-F238E27FC236}">
                <a16:creationId xmlns:a16="http://schemas.microsoft.com/office/drawing/2014/main" id="{4A0D5F6F-DE30-416E-83FD-58E93ED77C3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16406" y="-114453"/>
            <a:ext cx="13714286" cy="13714286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FFBDB4E0-3859-411B-BD91-44798D3730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027081" y="10417798"/>
            <a:ext cx="8230749" cy="8145012"/>
          </a:xfrm>
          <a:prstGeom prst="rect">
            <a:avLst/>
          </a:prstGeom>
        </p:spPr>
      </p:pic>
      <p:sp>
        <p:nvSpPr>
          <p:cNvPr id="71" name="Arrow: Bent 70">
            <a:extLst>
              <a:ext uri="{FF2B5EF4-FFF2-40B4-BE49-F238E27FC236}">
                <a16:creationId xmlns:a16="http://schemas.microsoft.com/office/drawing/2014/main" id="{5E063993-E2B8-41B2-BE24-BA35EE1ED4E4}"/>
              </a:ext>
            </a:extLst>
          </p:cNvPr>
          <p:cNvSpPr/>
          <p:nvPr/>
        </p:nvSpPr>
        <p:spPr>
          <a:xfrm>
            <a:off x="33151679" y="12897599"/>
            <a:ext cx="3611666" cy="5212673"/>
          </a:xfrm>
          <a:prstGeom prst="bent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72" name="Arrow: Bent 71">
            <a:extLst>
              <a:ext uri="{FF2B5EF4-FFF2-40B4-BE49-F238E27FC236}">
                <a16:creationId xmlns:a16="http://schemas.microsoft.com/office/drawing/2014/main" id="{07AC8A6C-C553-41D8-91F3-64516462542D}"/>
              </a:ext>
            </a:extLst>
          </p:cNvPr>
          <p:cNvSpPr/>
          <p:nvPr/>
        </p:nvSpPr>
        <p:spPr>
          <a:xfrm>
            <a:off x="33151679" y="4812632"/>
            <a:ext cx="3611666" cy="13297639"/>
          </a:xfrm>
          <a:prstGeom prst="bent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27C68A4-F582-4C19-BD65-1FF3346977D8}"/>
              </a:ext>
            </a:extLst>
          </p:cNvPr>
          <p:cNvSpPr txBox="1"/>
          <p:nvPr/>
        </p:nvSpPr>
        <p:spPr>
          <a:xfrm>
            <a:off x="10231756" y="4212466"/>
            <a:ext cx="81201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err="1">
                <a:latin typeface="Arial" panose="020B0604020202020204" pitchFamily="34" charset="0"/>
                <a:cs typeface="Arial" panose="020B0604020202020204" pitchFamily="34" charset="0"/>
              </a:rPr>
              <a:t>Functionalisation</a:t>
            </a:r>
            <a:endParaRPr lang="en-AU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2D992DB-EA2B-46AB-B2A3-7899C68DCC69}"/>
              </a:ext>
            </a:extLst>
          </p:cNvPr>
          <p:cNvSpPr txBox="1"/>
          <p:nvPr/>
        </p:nvSpPr>
        <p:spPr>
          <a:xfrm>
            <a:off x="6772095" y="13087994"/>
            <a:ext cx="50555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N.A probe</a:t>
            </a:r>
            <a:endParaRPr lang="en-AU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F645A0B-D8DC-4EFC-8246-C8E51DEF1F66}"/>
              </a:ext>
            </a:extLst>
          </p:cNvPr>
          <p:cNvSpPr txBox="1"/>
          <p:nvPr/>
        </p:nvSpPr>
        <p:spPr>
          <a:xfrm>
            <a:off x="11549863" y="7934006"/>
            <a:ext cx="70590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Infected sample</a:t>
            </a:r>
            <a:endParaRPr lang="en-AU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446BA37-99E0-4653-843C-84FC243F7599}"/>
              </a:ext>
            </a:extLst>
          </p:cNvPr>
          <p:cNvSpPr txBox="1"/>
          <p:nvPr/>
        </p:nvSpPr>
        <p:spPr>
          <a:xfrm>
            <a:off x="20353820" y="7933648"/>
            <a:ext cx="66557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Reporter probe</a:t>
            </a:r>
            <a:endParaRPr lang="en-AU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FDF6BE7-1DCB-4536-8553-61747BF23D44}"/>
              </a:ext>
            </a:extLst>
          </p:cNvPr>
          <p:cNvCxnSpPr>
            <a:cxnSpLocks/>
          </p:cNvCxnSpPr>
          <p:nvPr/>
        </p:nvCxnSpPr>
        <p:spPr>
          <a:xfrm>
            <a:off x="23499470" y="9133976"/>
            <a:ext cx="0" cy="1920240"/>
          </a:xfrm>
          <a:prstGeom prst="line">
            <a:avLst/>
          </a:prstGeom>
          <a:ln w="571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D3274F53-33F8-45A6-BC45-DC58FD99747D}"/>
              </a:ext>
            </a:extLst>
          </p:cNvPr>
          <p:cNvCxnSpPr>
            <a:cxnSpLocks/>
          </p:cNvCxnSpPr>
          <p:nvPr/>
        </p:nvCxnSpPr>
        <p:spPr>
          <a:xfrm>
            <a:off x="14523291" y="9266657"/>
            <a:ext cx="0" cy="1257221"/>
          </a:xfrm>
          <a:prstGeom prst="line">
            <a:avLst/>
          </a:prstGeom>
          <a:ln w="571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5F1D3FB0-3821-4577-B97B-2013FFB5C56C}"/>
              </a:ext>
            </a:extLst>
          </p:cNvPr>
          <p:cNvCxnSpPr>
            <a:cxnSpLocks/>
          </p:cNvCxnSpPr>
          <p:nvPr/>
        </p:nvCxnSpPr>
        <p:spPr>
          <a:xfrm rot="16200000">
            <a:off x="6071302" y="13063508"/>
            <a:ext cx="0" cy="1257221"/>
          </a:xfrm>
          <a:prstGeom prst="line">
            <a:avLst/>
          </a:prstGeom>
          <a:ln w="571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3A3A004B-EDF5-4588-A0F0-F99A86D997F3}"/>
              </a:ext>
            </a:extLst>
          </p:cNvPr>
          <p:cNvCxnSpPr>
            <a:cxnSpLocks/>
          </p:cNvCxnSpPr>
          <p:nvPr/>
        </p:nvCxnSpPr>
        <p:spPr>
          <a:xfrm>
            <a:off x="8271099" y="4845202"/>
            <a:ext cx="1803758" cy="0"/>
          </a:xfrm>
          <a:prstGeom prst="line">
            <a:avLst/>
          </a:prstGeom>
          <a:ln w="571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CD1923FB-A83B-49DB-9194-DB1C52019E1F}"/>
              </a:ext>
            </a:extLst>
          </p:cNvPr>
          <p:cNvSpPr txBox="1"/>
          <p:nvPr/>
        </p:nvSpPr>
        <p:spPr>
          <a:xfrm>
            <a:off x="6744845" y="20547503"/>
            <a:ext cx="44009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Electrode</a:t>
            </a:r>
            <a:endParaRPr lang="en-AU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1FEB9FE-1DF3-4BEE-9AB4-BC46BC62F434}"/>
              </a:ext>
            </a:extLst>
          </p:cNvPr>
          <p:cNvCxnSpPr>
            <a:cxnSpLocks/>
          </p:cNvCxnSpPr>
          <p:nvPr/>
        </p:nvCxnSpPr>
        <p:spPr>
          <a:xfrm rot="2700000">
            <a:off x="7224105" y="21576140"/>
            <a:ext cx="0" cy="1463040"/>
          </a:xfrm>
          <a:prstGeom prst="line">
            <a:avLst/>
          </a:prstGeom>
          <a:ln w="571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CB874B2A-2FD4-4146-AAD8-074C02B36813}"/>
              </a:ext>
            </a:extLst>
          </p:cNvPr>
          <p:cNvCxnSpPr>
            <a:cxnSpLocks/>
          </p:cNvCxnSpPr>
          <p:nvPr/>
        </p:nvCxnSpPr>
        <p:spPr>
          <a:xfrm rot="8100000">
            <a:off x="20353819" y="20402826"/>
            <a:ext cx="0" cy="1828800"/>
          </a:xfrm>
          <a:prstGeom prst="line">
            <a:avLst/>
          </a:prstGeom>
          <a:ln w="571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82AAE7D2-C43C-41A8-B133-28B14B909268}"/>
              </a:ext>
            </a:extLst>
          </p:cNvPr>
          <p:cNvSpPr txBox="1"/>
          <p:nvPr/>
        </p:nvSpPr>
        <p:spPr>
          <a:xfrm>
            <a:off x="16058800" y="18585767"/>
            <a:ext cx="59374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Target nucleic acid </a:t>
            </a:r>
            <a:endParaRPr lang="en-AU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004287D-7DC9-4633-81CF-50927369D2DF}"/>
              </a:ext>
            </a:extLst>
          </p:cNvPr>
          <p:cNvSpPr txBox="1"/>
          <p:nvPr/>
        </p:nvSpPr>
        <p:spPr>
          <a:xfrm>
            <a:off x="39950279" y="19038964"/>
            <a:ext cx="71471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Electrochemical </a:t>
            </a:r>
            <a:endParaRPr lang="en-AU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3768438-FB9B-4DC9-8859-4F80EFE62F02}"/>
              </a:ext>
            </a:extLst>
          </p:cNvPr>
          <p:cNvSpPr txBox="1"/>
          <p:nvPr/>
        </p:nvSpPr>
        <p:spPr>
          <a:xfrm>
            <a:off x="40479323" y="10071431"/>
            <a:ext cx="66181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Fluorescence</a:t>
            </a:r>
            <a:endParaRPr lang="en-AU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40E62DB-D766-4D04-931F-26FE6FD96544}"/>
              </a:ext>
            </a:extLst>
          </p:cNvPr>
          <p:cNvSpPr txBox="1"/>
          <p:nvPr/>
        </p:nvSpPr>
        <p:spPr>
          <a:xfrm>
            <a:off x="40862707" y="1291075"/>
            <a:ext cx="53223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UV / Visual</a:t>
            </a:r>
            <a:endParaRPr lang="en-AU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F94C0EC-B929-4F25-B995-9F9BA0072294}"/>
              </a:ext>
            </a:extLst>
          </p:cNvPr>
          <p:cNvSpPr txBox="1"/>
          <p:nvPr/>
        </p:nvSpPr>
        <p:spPr>
          <a:xfrm>
            <a:off x="32001811" y="7033465"/>
            <a:ext cx="694958" cy="9940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999" b="1" dirty="0">
                <a:latin typeface="Arial" panose="020B0604020202020204" pitchFamily="34" charset="0"/>
                <a:cs typeface="Arial" panose="020B0604020202020204" pitchFamily="34" charset="0"/>
              </a:rPr>
              <a:t>READOUTS</a:t>
            </a:r>
            <a:endParaRPr lang="en-AU" sz="7999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Arrow: Down 99">
            <a:extLst>
              <a:ext uri="{FF2B5EF4-FFF2-40B4-BE49-F238E27FC236}">
                <a16:creationId xmlns:a16="http://schemas.microsoft.com/office/drawing/2014/main" id="{75CC9921-2B28-4296-8DD4-71D4947A2669}"/>
              </a:ext>
            </a:extLst>
          </p:cNvPr>
          <p:cNvSpPr/>
          <p:nvPr/>
        </p:nvSpPr>
        <p:spPr>
          <a:xfrm>
            <a:off x="3857663" y="17229280"/>
            <a:ext cx="1542977" cy="2738376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1" name="Arrow: Down 100">
            <a:extLst>
              <a:ext uri="{FF2B5EF4-FFF2-40B4-BE49-F238E27FC236}">
                <a16:creationId xmlns:a16="http://schemas.microsoft.com/office/drawing/2014/main" id="{E8464A80-69EA-41F6-86FA-08C503255106}"/>
              </a:ext>
            </a:extLst>
          </p:cNvPr>
          <p:cNvSpPr/>
          <p:nvPr/>
        </p:nvSpPr>
        <p:spPr>
          <a:xfrm>
            <a:off x="13389088" y="17229280"/>
            <a:ext cx="1542977" cy="2738376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2" name="Arrow: Down 101">
            <a:extLst>
              <a:ext uri="{FF2B5EF4-FFF2-40B4-BE49-F238E27FC236}">
                <a16:creationId xmlns:a16="http://schemas.microsoft.com/office/drawing/2014/main" id="{A255522A-2AC4-4FB4-866D-0BFC71187C28}"/>
              </a:ext>
            </a:extLst>
          </p:cNvPr>
          <p:cNvSpPr/>
          <p:nvPr/>
        </p:nvSpPr>
        <p:spPr>
          <a:xfrm>
            <a:off x="22721055" y="17229280"/>
            <a:ext cx="1542977" cy="2738376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33AED7-FFA6-4A6D-A17B-9E7E4BC80E4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4079" y="20090570"/>
            <a:ext cx="7129772" cy="71297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0108D6-97D8-4F05-9F71-EFEB8B8CBA8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28142" y="19222032"/>
            <a:ext cx="8343832" cy="834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830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283</TotalTime>
  <Words>19</Words>
  <Application>Microsoft Office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Simon Strachan</dc:creator>
  <cp:lastModifiedBy>Simon Strachan</cp:lastModifiedBy>
  <cp:revision>5</cp:revision>
  <dcterms:created xsi:type="dcterms:W3CDTF">2021-11-30T01:28:13Z</dcterms:created>
  <dcterms:modified xsi:type="dcterms:W3CDTF">2021-11-30T06:18:07Z</dcterms:modified>
</cp:coreProperties>
</file>