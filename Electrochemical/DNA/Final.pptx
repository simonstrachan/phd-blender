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040" y="-2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985936"/>
            <a:ext cx="23317200" cy="12733867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9210869"/>
            <a:ext cx="20574000" cy="8830731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03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5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9118611"/>
            <a:ext cx="23660100" cy="1521459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4477144"/>
            <a:ext cx="23660100" cy="80009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/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77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416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947342"/>
            <a:ext cx="2366010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8966203"/>
            <a:ext cx="11605020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3360400"/>
            <a:ext cx="1160502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8966203"/>
            <a:ext cx="11662173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3360400"/>
            <a:ext cx="11662173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44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61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37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5266275"/>
            <a:ext cx="13887450" cy="25992667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60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5266275"/>
            <a:ext cx="13887450" cy="25992667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66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242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947334"/>
            <a:ext cx="5915025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947334"/>
            <a:ext cx="17402175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1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947342"/>
            <a:ext cx="2366010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9736667"/>
            <a:ext cx="2366010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33900542"/>
            <a:ext cx="92583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396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DBEBCDC0-45DF-4E84-B2A4-2FCAEBC90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0208" y="21489"/>
            <a:ext cx="11561984" cy="1156198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D047DCA-2C8E-4BE6-A390-DAC9F911A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63" y="16510776"/>
            <a:ext cx="9365411" cy="9365411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AEC9B74-4632-40A2-8EFF-2C7A9AE74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57560"/>
            <a:ext cx="12503008" cy="12503008"/>
          </a:xfrm>
          <a:prstGeom prst="rect">
            <a:avLst/>
          </a:prstGeom>
        </p:spPr>
      </p:pic>
      <p:pic>
        <p:nvPicPr>
          <p:cNvPr id="7" name="Picture 6" descr="A tennis ball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D7A906A8-16A8-4926-B80A-D0268EC3A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2" y="4979572"/>
            <a:ext cx="12503008" cy="12503008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6CA838A9-C5A8-47FB-9215-A0091A97E490}"/>
              </a:ext>
            </a:extLst>
          </p:cNvPr>
          <p:cNvSpPr/>
          <p:nvPr/>
        </p:nvSpPr>
        <p:spPr>
          <a:xfrm>
            <a:off x="4625879" y="8729310"/>
            <a:ext cx="1773602" cy="168563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9CB238A-9E03-4FEB-A506-690F3D56E872}"/>
              </a:ext>
            </a:extLst>
          </p:cNvPr>
          <p:cNvSpPr/>
          <p:nvPr/>
        </p:nvSpPr>
        <p:spPr>
          <a:xfrm>
            <a:off x="4712167" y="16333475"/>
            <a:ext cx="1773602" cy="168563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238A07A-8B1D-4205-9C49-DA9D719C4010}"/>
              </a:ext>
            </a:extLst>
          </p:cNvPr>
          <p:cNvSpPr/>
          <p:nvPr/>
        </p:nvSpPr>
        <p:spPr>
          <a:xfrm>
            <a:off x="4658660" y="25815593"/>
            <a:ext cx="1773602" cy="168563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0A6F1185-9E2B-4394-AF7F-B2BB4F0E969D}"/>
              </a:ext>
            </a:extLst>
          </p:cNvPr>
          <p:cNvSpPr/>
          <p:nvPr/>
        </p:nvSpPr>
        <p:spPr>
          <a:xfrm>
            <a:off x="21399058" y="4886144"/>
            <a:ext cx="1819859" cy="1832674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D8DA6-D6E1-4A9D-BB10-333BC1A02F27}"/>
              </a:ext>
            </a:extLst>
          </p:cNvPr>
          <p:cNvSpPr txBox="1"/>
          <p:nvPr/>
        </p:nvSpPr>
        <p:spPr>
          <a:xfrm>
            <a:off x="9222351" y="1317434"/>
            <a:ext cx="44554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7494CD-6972-4F58-AA40-A9791829E717}"/>
              </a:ext>
            </a:extLst>
          </p:cNvPr>
          <p:cNvSpPr txBox="1"/>
          <p:nvPr/>
        </p:nvSpPr>
        <p:spPr>
          <a:xfrm>
            <a:off x="7273173" y="8712887"/>
            <a:ext cx="80247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err="1">
                <a:latin typeface="Arial" panose="020B0604020202020204" pitchFamily="34" charset="0"/>
                <a:cs typeface="Arial" panose="020B0604020202020204" pitchFamily="34" charset="0"/>
              </a:rPr>
              <a:t>Functionalisation</a:t>
            </a:r>
            <a:endParaRPr lang="en-AU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B46F4-1548-40DE-A9D1-0A9568AFEED0}"/>
              </a:ext>
            </a:extLst>
          </p:cNvPr>
          <p:cNvSpPr txBox="1"/>
          <p:nvPr/>
        </p:nvSpPr>
        <p:spPr>
          <a:xfrm>
            <a:off x="8221506" y="16600736"/>
            <a:ext cx="50067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N.A. Probes</a:t>
            </a:r>
            <a:endParaRPr lang="en-AU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79A06-A2CD-4214-AEA1-4D217C187F40}"/>
              </a:ext>
            </a:extLst>
          </p:cNvPr>
          <p:cNvSpPr txBox="1"/>
          <p:nvPr/>
        </p:nvSpPr>
        <p:spPr>
          <a:xfrm>
            <a:off x="7273173" y="25596581"/>
            <a:ext cx="847678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Pathogen derived N.A. target</a:t>
            </a:r>
            <a:endParaRPr lang="en-AU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5EFE9A-95C5-4250-85BB-2DCA96FF92BB}"/>
              </a:ext>
            </a:extLst>
          </p:cNvPr>
          <p:cNvSpPr txBox="1"/>
          <p:nvPr/>
        </p:nvSpPr>
        <p:spPr>
          <a:xfrm>
            <a:off x="20337427" y="1236962"/>
            <a:ext cx="73420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Reporter Probe</a:t>
            </a:r>
            <a:endParaRPr lang="en-AU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292BF4-0B89-45E1-AC71-F6D35E079953}"/>
              </a:ext>
            </a:extLst>
          </p:cNvPr>
          <p:cNvSpPr txBox="1"/>
          <p:nvPr/>
        </p:nvSpPr>
        <p:spPr>
          <a:xfrm>
            <a:off x="21444722" y="8316485"/>
            <a:ext cx="3909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Capture</a:t>
            </a:r>
            <a:endParaRPr lang="en-AU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D9338-ABBC-4629-BA70-C87246FFFA05}"/>
              </a:ext>
            </a:extLst>
          </p:cNvPr>
          <p:cNvSpPr/>
          <p:nvPr/>
        </p:nvSpPr>
        <p:spPr>
          <a:xfrm>
            <a:off x="14532254" y="23246705"/>
            <a:ext cx="1014984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C306A-BFC0-4F3B-83E3-9023B0A56C4D}"/>
              </a:ext>
            </a:extLst>
          </p:cNvPr>
          <p:cNvSpPr txBox="1"/>
          <p:nvPr/>
        </p:nvSpPr>
        <p:spPr>
          <a:xfrm>
            <a:off x="17370303" y="21962104"/>
            <a:ext cx="435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Readouts</a:t>
            </a:r>
            <a:endParaRPr lang="en-AU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1E06F451-77AA-44D1-8A05-12D9443B9AC0}"/>
              </a:ext>
            </a:extLst>
          </p:cNvPr>
          <p:cNvSpPr/>
          <p:nvPr/>
        </p:nvSpPr>
        <p:spPr>
          <a:xfrm>
            <a:off x="18574813" y="19295730"/>
            <a:ext cx="1773602" cy="168563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73AA73B-C646-41BB-B6A6-114D7A20B66F}"/>
              </a:ext>
            </a:extLst>
          </p:cNvPr>
          <p:cNvSpPr/>
          <p:nvPr/>
        </p:nvSpPr>
        <p:spPr>
          <a:xfrm>
            <a:off x="18610067" y="8211436"/>
            <a:ext cx="1773602" cy="168563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7970E7D-299D-44F1-A9F3-4217FD3D5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2257" y="23903084"/>
            <a:ext cx="4920333" cy="476936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14DAB3A-5309-49A0-9D3D-71305CCA4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42529" y="23762600"/>
            <a:ext cx="4915629" cy="4909853"/>
          </a:xfrm>
          <a:prstGeom prst="rect">
            <a:avLst/>
          </a:prstGeom>
        </p:spPr>
      </p:pic>
      <p:pic>
        <p:nvPicPr>
          <p:cNvPr id="46" name="Picture 45" descr="Logo&#10;&#10;Description automatically generated with medium confidence">
            <a:extLst>
              <a:ext uri="{FF2B5EF4-FFF2-40B4-BE49-F238E27FC236}">
                <a16:creationId xmlns:a16="http://schemas.microsoft.com/office/drawing/2014/main" id="{8001FD65-7FB7-4BEC-B36D-997A0F6090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2437" y="29096899"/>
            <a:ext cx="6986480" cy="69864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23814DE-79CE-4574-A04B-EDC8D9AA33D0}"/>
              </a:ext>
            </a:extLst>
          </p:cNvPr>
          <p:cNvSpPr txBox="1"/>
          <p:nvPr/>
        </p:nvSpPr>
        <p:spPr>
          <a:xfrm>
            <a:off x="13776089" y="23362993"/>
            <a:ext cx="10077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6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AU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C597AA-E79B-4A92-88DD-C3D9E0AD283D}"/>
              </a:ext>
            </a:extLst>
          </p:cNvPr>
          <p:cNvSpPr txBox="1"/>
          <p:nvPr/>
        </p:nvSpPr>
        <p:spPr>
          <a:xfrm>
            <a:off x="18954750" y="23362993"/>
            <a:ext cx="1166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n-AU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B4A97B-DA57-48EB-ABEB-328A121FAE60}"/>
              </a:ext>
            </a:extLst>
          </p:cNvPr>
          <p:cNvSpPr txBox="1"/>
          <p:nvPr/>
        </p:nvSpPr>
        <p:spPr>
          <a:xfrm>
            <a:off x="15906750" y="29096903"/>
            <a:ext cx="1244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(iii)</a:t>
            </a:r>
            <a:endParaRPr lang="en-AU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5C9AD9-ED01-4F93-A17A-020F6B40CA79}"/>
              </a:ext>
            </a:extLst>
          </p:cNvPr>
          <p:cNvCxnSpPr>
            <a:cxnSpLocks/>
          </p:cNvCxnSpPr>
          <p:nvPr/>
        </p:nvCxnSpPr>
        <p:spPr>
          <a:xfrm rot="2700000">
            <a:off x="8738769" y="2130701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116E68-7DF5-4AEE-9206-CDF211FD3D9C}"/>
              </a:ext>
            </a:extLst>
          </p:cNvPr>
          <p:cNvCxnSpPr>
            <a:cxnSpLocks/>
          </p:cNvCxnSpPr>
          <p:nvPr/>
        </p:nvCxnSpPr>
        <p:spPr>
          <a:xfrm rot="19800000">
            <a:off x="24214212" y="2203091"/>
            <a:ext cx="0" cy="228600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picture containing cake&#10;&#10;Description automatically generated">
            <a:extLst>
              <a:ext uri="{FF2B5EF4-FFF2-40B4-BE49-F238E27FC236}">
                <a16:creationId xmlns:a16="http://schemas.microsoft.com/office/drawing/2014/main" id="{EE78C24C-2E09-48B1-9B6D-EDD514B4B3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87" y="26412716"/>
            <a:ext cx="9330287" cy="9330287"/>
          </a:xfrm>
          <a:prstGeom prst="rect">
            <a:avLst/>
          </a:prstGeom>
        </p:spPr>
      </p:pic>
      <p:pic>
        <p:nvPicPr>
          <p:cNvPr id="62" name="Picture 61" descr="A picture containing cake&#10;&#10;Description automatically generated">
            <a:extLst>
              <a:ext uri="{FF2B5EF4-FFF2-40B4-BE49-F238E27FC236}">
                <a16:creationId xmlns:a16="http://schemas.microsoft.com/office/drawing/2014/main" id="{9655BE60-3642-445A-A662-45F445F9B5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1425" y="1063654"/>
            <a:ext cx="7147782" cy="714778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79BFF7F-F80A-4FD1-A5D3-6694FB700E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111" y="9594780"/>
            <a:ext cx="9400947" cy="940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2</cp:revision>
  <dcterms:created xsi:type="dcterms:W3CDTF">2021-11-30T04:40:06Z</dcterms:created>
  <dcterms:modified xsi:type="dcterms:W3CDTF">2021-11-30T06:05:40Z</dcterms:modified>
</cp:coreProperties>
</file>