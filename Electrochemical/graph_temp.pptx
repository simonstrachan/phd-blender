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57" autoAdjust="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1A41-29E2-4A13-A78B-E670FF85C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30FC8-C62C-4B5B-95E0-F784EC274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79352-1AEF-4AFA-A166-1D7318A9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0C422-97B8-4179-B1DF-66ACA7D8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8AF49-5488-4083-9A3A-EC138DF9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479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23F0-6CC6-44EA-8680-A3C01644A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78E79-A4A7-4DD9-B8D2-A2BDB75F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E5879-596A-4559-81CF-B6A5ADE8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2B29C-7D0B-46BF-BF45-BD4961BC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02BD9-8AEC-4542-ABFA-DFC4073E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5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9B41-C218-4657-9A57-3019ECC4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193DC-2463-424A-B5A7-5CBDCAA32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01F84-0C2C-486D-9D96-40C80A47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BB61C-7915-49E5-BF58-896F74D1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AB04-B39E-4D2A-AD96-36C88308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68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3CA9-D624-41CE-B305-E6910E3D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C05E3-8832-4567-A3EC-EC9B2FB7D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9C4C1-4FAD-42C4-B4ED-3E3B2BEB0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2AA00-085C-4A3A-B660-82135AA7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E7A70-2A70-49CA-B68B-DC47FFB9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13D7D-F5D4-4BCB-87F0-3E8FCC45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251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54B0-D5DC-4047-B5BB-2CB2C44E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904B2-5DA2-487F-A342-C861AFBCA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4A224-14AA-4CF3-9AF2-10698B897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F72B8-3245-4403-A982-6D129EF84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7AC02-E185-4101-9EC4-01BDD3247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CEA12-EF3D-400C-8770-D7700C32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A876-4E70-4166-9EBD-F30F015C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7B4A2-13D2-43D1-9616-70DA6816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70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4DA5-A554-447C-BC0A-28D732DB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C9939-BEB1-4ABB-8ABE-0CCB3372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1FC5C-A0C0-4F0F-A094-3105FC97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883CE-99BE-40BA-8682-88531343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06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693C9-2604-49BB-83F2-7C41058A2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B5273-D857-4CD3-BB1F-ED844CDC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8122E-76CA-44E8-941D-DBB06D8E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627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2772-39BE-4B0A-86CD-5BDD3BBF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A56F-19BF-46C3-8DAA-A677CC181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C8C48-B9D3-477F-815F-856305E9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C8025-D81D-479B-A1C0-68C86D60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DFBFA-87B2-4575-AD67-7DBBE137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2727C-57AF-43D3-B294-28C5E3C6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49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94617-9F9E-4C5D-BF04-86B8BE65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90401F-588B-4E5C-8CB2-23A5FE5423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B98F5-F384-4D74-B15F-28DE4A71B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3DF88-4327-47D1-B813-36B9A914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41E02-4827-48CF-BF93-51E5A1F9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AD62F-6DBE-4261-AC43-6AD4771C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65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EE00-9161-4D73-B24F-2E1A184FF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09870-7C2E-429F-AB1B-C0FD2B6BB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C8804-2095-4362-B80A-9DCFF397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3D10A-EB7A-4D44-A7FB-D3076EB6B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F48C6-0AA9-4ACD-92C5-C1C03266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251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275AC-788A-4232-93C5-6D970C359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2F56B-464F-4BC2-83E2-E8773BF90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635B5-3779-4D15-A4AF-FEA6A90E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730D7-5652-4601-B8DE-3404F08D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AA10E-490D-499A-9043-13CAF12B4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980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221F5-5E24-4CC6-B63C-692D2A3F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440F8-6DCB-454F-9E4C-0230959AA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F997A-19EE-400C-81EC-8912600BA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25262-6996-4202-B59D-0F04FEC47835}" type="datetimeFigureOut">
              <a:rPr lang="en-AU" smtClean="0"/>
              <a:t>1/12/2021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ED905-F4B3-4B5A-AC44-2B70FD4D4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7F389-96B2-4534-BE41-0B2C9F8A0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0B9E8-6D27-40EA-B200-29CBAA465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36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31241C-BDBD-4F73-94A8-0016E953B1DB}"/>
              </a:ext>
            </a:extLst>
          </p:cNvPr>
          <p:cNvCxnSpPr>
            <a:cxnSpLocks/>
          </p:cNvCxnSpPr>
          <p:nvPr/>
        </p:nvCxnSpPr>
        <p:spPr>
          <a:xfrm>
            <a:off x="3825380" y="512567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8C3882-B183-428C-8D15-6600DE5F47AB}"/>
              </a:ext>
            </a:extLst>
          </p:cNvPr>
          <p:cNvCxnSpPr>
            <a:cxnSpLocks/>
          </p:cNvCxnSpPr>
          <p:nvPr/>
        </p:nvCxnSpPr>
        <p:spPr>
          <a:xfrm rot="16200000">
            <a:off x="2532660" y="382526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5C19EC-2B16-446B-AEE3-61F01A7BE2E5}"/>
              </a:ext>
            </a:extLst>
          </p:cNvPr>
          <p:cNvSpPr txBox="1"/>
          <p:nvPr/>
        </p:nvSpPr>
        <p:spPr>
          <a:xfrm>
            <a:off x="4763319" y="5125673"/>
            <a:ext cx="724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Time (s)</a:t>
            </a:r>
            <a:endParaRPr lang="en-A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F783A-D825-4671-AC86-ACE640E49FCD}"/>
              </a:ext>
            </a:extLst>
          </p:cNvPr>
          <p:cNvSpPr txBox="1"/>
          <p:nvPr/>
        </p:nvSpPr>
        <p:spPr>
          <a:xfrm rot="16200000">
            <a:off x="3197303" y="3694458"/>
            <a:ext cx="994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Current (µA)</a:t>
            </a:r>
            <a:endParaRPr lang="en-A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2A51230-B53B-4934-BC97-8CCCF42FF039}"/>
              </a:ext>
            </a:extLst>
          </p:cNvPr>
          <p:cNvSpPr/>
          <p:nvPr/>
        </p:nvSpPr>
        <p:spPr>
          <a:xfrm>
            <a:off x="3859264" y="4929188"/>
            <a:ext cx="234104" cy="4571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ED780A-7428-478A-B4C5-BE023ADEEF47}"/>
              </a:ext>
            </a:extLst>
          </p:cNvPr>
          <p:cNvSpPr/>
          <p:nvPr/>
        </p:nvSpPr>
        <p:spPr>
          <a:xfrm>
            <a:off x="4091572" y="2796543"/>
            <a:ext cx="45719" cy="217836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F84D75F-218B-43CE-A384-3E4E109F4418}"/>
              </a:ext>
            </a:extLst>
          </p:cNvPr>
          <p:cNvSpPr/>
          <p:nvPr/>
        </p:nvSpPr>
        <p:spPr>
          <a:xfrm rot="10800000">
            <a:off x="4114430" y="813090"/>
            <a:ext cx="4488537" cy="3966904"/>
          </a:xfrm>
          <a:prstGeom prst="arc">
            <a:avLst>
              <a:gd name="adj1" fmla="val 16149455"/>
              <a:gd name="adj2" fmla="val 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9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4784FDB-5A64-41CC-A78E-114A59A5496E}"/>
              </a:ext>
            </a:extLst>
          </p:cNvPr>
          <p:cNvCxnSpPr>
            <a:cxnSpLocks/>
          </p:cNvCxnSpPr>
          <p:nvPr/>
        </p:nvCxnSpPr>
        <p:spPr>
          <a:xfrm>
            <a:off x="3825380" y="512567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089BC6-F077-423A-B796-7622C3B466DD}"/>
              </a:ext>
            </a:extLst>
          </p:cNvPr>
          <p:cNvCxnSpPr>
            <a:cxnSpLocks/>
          </p:cNvCxnSpPr>
          <p:nvPr/>
        </p:nvCxnSpPr>
        <p:spPr>
          <a:xfrm rot="16200000">
            <a:off x="2532660" y="382526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06A1650-8378-4690-AC63-3B7EC875FAAA}"/>
              </a:ext>
            </a:extLst>
          </p:cNvPr>
          <p:cNvSpPr/>
          <p:nvPr/>
        </p:nvSpPr>
        <p:spPr>
          <a:xfrm>
            <a:off x="4001181" y="3520439"/>
            <a:ext cx="2241527" cy="1244563"/>
          </a:xfrm>
          <a:custGeom>
            <a:avLst/>
            <a:gdLst>
              <a:gd name="connsiteX0" fmla="*/ 0 w 2409825"/>
              <a:gd name="connsiteY0" fmla="*/ 6794 h 1356295"/>
              <a:gd name="connsiteX1" fmla="*/ 815975 w 2409825"/>
              <a:gd name="connsiteY1" fmla="*/ 203644 h 1356295"/>
              <a:gd name="connsiteX2" fmla="*/ 1206500 w 2409825"/>
              <a:gd name="connsiteY2" fmla="*/ 1356169 h 1356295"/>
              <a:gd name="connsiteX3" fmla="*/ 1558925 w 2409825"/>
              <a:gd name="connsiteY3" fmla="*/ 276669 h 1356295"/>
              <a:gd name="connsiteX4" fmla="*/ 2409825 w 2409825"/>
              <a:gd name="connsiteY4" fmla="*/ 16319 h 1356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9825" h="1356295">
                <a:moveTo>
                  <a:pt x="0" y="6794"/>
                </a:moveTo>
                <a:cubicBezTo>
                  <a:pt x="307446" y="-7229"/>
                  <a:pt x="614892" y="-21252"/>
                  <a:pt x="815975" y="203644"/>
                </a:cubicBezTo>
                <a:cubicBezTo>
                  <a:pt x="1017058" y="428540"/>
                  <a:pt x="1082675" y="1343998"/>
                  <a:pt x="1206500" y="1356169"/>
                </a:cubicBezTo>
                <a:cubicBezTo>
                  <a:pt x="1330325" y="1368340"/>
                  <a:pt x="1358371" y="499977"/>
                  <a:pt x="1558925" y="276669"/>
                </a:cubicBezTo>
                <a:cubicBezTo>
                  <a:pt x="1759479" y="53361"/>
                  <a:pt x="2084652" y="34840"/>
                  <a:pt x="2409825" y="16319"/>
                </a:cubicBez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1099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9B22C1-5D8E-4F98-9A1A-6AC4CA7F041D}"/>
              </a:ext>
            </a:extLst>
          </p:cNvPr>
          <p:cNvCxnSpPr>
            <a:cxnSpLocks/>
          </p:cNvCxnSpPr>
          <p:nvPr/>
        </p:nvCxnSpPr>
        <p:spPr>
          <a:xfrm>
            <a:off x="3825380" y="512567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2581FB-87F3-4315-98E8-780F12F6430F}"/>
              </a:ext>
            </a:extLst>
          </p:cNvPr>
          <p:cNvCxnSpPr>
            <a:cxnSpLocks/>
          </p:cNvCxnSpPr>
          <p:nvPr/>
        </p:nvCxnSpPr>
        <p:spPr>
          <a:xfrm rot="16200000">
            <a:off x="2532660" y="382526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FF208EA-1433-4FE7-9B79-8282DCD4D011}"/>
              </a:ext>
            </a:extLst>
          </p:cNvPr>
          <p:cNvSpPr txBox="1"/>
          <p:nvPr/>
        </p:nvSpPr>
        <p:spPr>
          <a:xfrm>
            <a:off x="4845883" y="5125673"/>
            <a:ext cx="5675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Z’ (Ω)</a:t>
            </a:r>
            <a:endParaRPr lang="en-A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793BA-BD71-4D4E-9335-C27D903594C1}"/>
              </a:ext>
            </a:extLst>
          </p:cNvPr>
          <p:cNvSpPr txBox="1"/>
          <p:nvPr/>
        </p:nvSpPr>
        <p:spPr>
          <a:xfrm rot="16200000">
            <a:off x="3410823" y="3690671"/>
            <a:ext cx="5675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Z’’ (Ω)</a:t>
            </a:r>
            <a:endParaRPr lang="en-AU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E59BE30-4335-45C5-9847-54FF4949B066}"/>
              </a:ext>
            </a:extLst>
          </p:cNvPr>
          <p:cNvSpPr/>
          <p:nvPr/>
        </p:nvSpPr>
        <p:spPr>
          <a:xfrm>
            <a:off x="3950787" y="3196203"/>
            <a:ext cx="2349339" cy="1929469"/>
          </a:xfrm>
          <a:custGeom>
            <a:avLst/>
            <a:gdLst>
              <a:gd name="connsiteX0" fmla="*/ 0 w 3679825"/>
              <a:gd name="connsiteY0" fmla="*/ 2293345 h 2293345"/>
              <a:gd name="connsiteX1" fmla="*/ 1063625 w 3679825"/>
              <a:gd name="connsiteY1" fmla="*/ 461370 h 2293345"/>
              <a:gd name="connsiteX2" fmla="*/ 2476500 w 3679825"/>
              <a:gd name="connsiteY2" fmla="*/ 995 h 2293345"/>
              <a:gd name="connsiteX3" fmla="*/ 3679825 w 3679825"/>
              <a:gd name="connsiteY3" fmla="*/ 362945 h 2293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9825" h="2293345">
                <a:moveTo>
                  <a:pt x="0" y="2293345"/>
                </a:moveTo>
                <a:cubicBezTo>
                  <a:pt x="325437" y="1568386"/>
                  <a:pt x="650875" y="843428"/>
                  <a:pt x="1063625" y="461370"/>
                </a:cubicBezTo>
                <a:cubicBezTo>
                  <a:pt x="1476375" y="79312"/>
                  <a:pt x="2040467" y="17399"/>
                  <a:pt x="2476500" y="995"/>
                </a:cubicBezTo>
                <a:cubicBezTo>
                  <a:pt x="2912533" y="-15409"/>
                  <a:pt x="3296179" y="173768"/>
                  <a:pt x="3679825" y="362945"/>
                </a:cubicBezTo>
              </a:path>
            </a:pathLst>
          </a:cu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2EDED6B-3CDE-43FA-BB76-D08B3E7E8A81}"/>
              </a:ext>
            </a:extLst>
          </p:cNvPr>
          <p:cNvSpPr/>
          <p:nvPr/>
        </p:nvSpPr>
        <p:spPr>
          <a:xfrm>
            <a:off x="3950787" y="3428997"/>
            <a:ext cx="2045283" cy="1696675"/>
          </a:xfrm>
          <a:custGeom>
            <a:avLst/>
            <a:gdLst>
              <a:gd name="connsiteX0" fmla="*/ 0 w 3679825"/>
              <a:gd name="connsiteY0" fmla="*/ 2293345 h 2293345"/>
              <a:gd name="connsiteX1" fmla="*/ 1063625 w 3679825"/>
              <a:gd name="connsiteY1" fmla="*/ 461370 h 2293345"/>
              <a:gd name="connsiteX2" fmla="*/ 2476500 w 3679825"/>
              <a:gd name="connsiteY2" fmla="*/ 995 h 2293345"/>
              <a:gd name="connsiteX3" fmla="*/ 3679825 w 3679825"/>
              <a:gd name="connsiteY3" fmla="*/ 362945 h 2293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9825" h="2293345">
                <a:moveTo>
                  <a:pt x="0" y="2293345"/>
                </a:moveTo>
                <a:cubicBezTo>
                  <a:pt x="325437" y="1568386"/>
                  <a:pt x="650875" y="843428"/>
                  <a:pt x="1063625" y="461370"/>
                </a:cubicBezTo>
                <a:cubicBezTo>
                  <a:pt x="1476375" y="79312"/>
                  <a:pt x="2040467" y="17399"/>
                  <a:pt x="2476500" y="995"/>
                </a:cubicBezTo>
                <a:cubicBezTo>
                  <a:pt x="2912533" y="-15409"/>
                  <a:pt x="3296179" y="173768"/>
                  <a:pt x="3679825" y="362945"/>
                </a:cubicBez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17D928A-0FB1-4801-A31C-57E3DEA06EAF}"/>
              </a:ext>
            </a:extLst>
          </p:cNvPr>
          <p:cNvSpPr/>
          <p:nvPr/>
        </p:nvSpPr>
        <p:spPr>
          <a:xfrm>
            <a:off x="3950787" y="3665986"/>
            <a:ext cx="1800011" cy="1459685"/>
          </a:xfrm>
          <a:custGeom>
            <a:avLst/>
            <a:gdLst>
              <a:gd name="connsiteX0" fmla="*/ 0 w 3679825"/>
              <a:gd name="connsiteY0" fmla="*/ 2293345 h 2293345"/>
              <a:gd name="connsiteX1" fmla="*/ 1063625 w 3679825"/>
              <a:gd name="connsiteY1" fmla="*/ 461370 h 2293345"/>
              <a:gd name="connsiteX2" fmla="*/ 2476500 w 3679825"/>
              <a:gd name="connsiteY2" fmla="*/ 995 h 2293345"/>
              <a:gd name="connsiteX3" fmla="*/ 3679825 w 3679825"/>
              <a:gd name="connsiteY3" fmla="*/ 362945 h 2293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9825" h="2293345">
                <a:moveTo>
                  <a:pt x="0" y="2293345"/>
                </a:moveTo>
                <a:cubicBezTo>
                  <a:pt x="325437" y="1568386"/>
                  <a:pt x="650875" y="843428"/>
                  <a:pt x="1063625" y="461370"/>
                </a:cubicBezTo>
                <a:cubicBezTo>
                  <a:pt x="1476375" y="79312"/>
                  <a:pt x="2040467" y="17399"/>
                  <a:pt x="2476500" y="995"/>
                </a:cubicBezTo>
                <a:cubicBezTo>
                  <a:pt x="2912533" y="-15409"/>
                  <a:pt x="3296179" y="173768"/>
                  <a:pt x="3679825" y="362945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F4E9528-8557-4384-95EF-BF8D8CBA2A05}"/>
              </a:ext>
            </a:extLst>
          </p:cNvPr>
          <p:cNvSpPr/>
          <p:nvPr/>
        </p:nvSpPr>
        <p:spPr>
          <a:xfrm>
            <a:off x="3950788" y="3892491"/>
            <a:ext cx="1593252" cy="1233180"/>
          </a:xfrm>
          <a:custGeom>
            <a:avLst/>
            <a:gdLst>
              <a:gd name="connsiteX0" fmla="*/ 0 w 3679825"/>
              <a:gd name="connsiteY0" fmla="*/ 2293345 h 2293345"/>
              <a:gd name="connsiteX1" fmla="*/ 1063625 w 3679825"/>
              <a:gd name="connsiteY1" fmla="*/ 461370 h 2293345"/>
              <a:gd name="connsiteX2" fmla="*/ 2476500 w 3679825"/>
              <a:gd name="connsiteY2" fmla="*/ 995 h 2293345"/>
              <a:gd name="connsiteX3" fmla="*/ 3679825 w 3679825"/>
              <a:gd name="connsiteY3" fmla="*/ 362945 h 2293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9825" h="2293345">
                <a:moveTo>
                  <a:pt x="0" y="2293345"/>
                </a:moveTo>
                <a:cubicBezTo>
                  <a:pt x="325437" y="1568386"/>
                  <a:pt x="650875" y="843428"/>
                  <a:pt x="1063625" y="461370"/>
                </a:cubicBezTo>
                <a:cubicBezTo>
                  <a:pt x="1476375" y="79312"/>
                  <a:pt x="2040467" y="17399"/>
                  <a:pt x="2476500" y="995"/>
                </a:cubicBezTo>
                <a:cubicBezTo>
                  <a:pt x="2912533" y="-15409"/>
                  <a:pt x="3296179" y="173768"/>
                  <a:pt x="3679825" y="362945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1107E51-C666-47B0-A7BA-50B4BFE719A2}"/>
              </a:ext>
            </a:extLst>
          </p:cNvPr>
          <p:cNvSpPr/>
          <p:nvPr/>
        </p:nvSpPr>
        <p:spPr>
          <a:xfrm>
            <a:off x="3950788" y="4177715"/>
            <a:ext cx="1401389" cy="947956"/>
          </a:xfrm>
          <a:custGeom>
            <a:avLst/>
            <a:gdLst>
              <a:gd name="connsiteX0" fmla="*/ 0 w 3679825"/>
              <a:gd name="connsiteY0" fmla="*/ 2293345 h 2293345"/>
              <a:gd name="connsiteX1" fmla="*/ 1063625 w 3679825"/>
              <a:gd name="connsiteY1" fmla="*/ 461370 h 2293345"/>
              <a:gd name="connsiteX2" fmla="*/ 2476500 w 3679825"/>
              <a:gd name="connsiteY2" fmla="*/ 995 h 2293345"/>
              <a:gd name="connsiteX3" fmla="*/ 3679825 w 3679825"/>
              <a:gd name="connsiteY3" fmla="*/ 362945 h 2293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9825" h="2293345">
                <a:moveTo>
                  <a:pt x="0" y="2293345"/>
                </a:moveTo>
                <a:cubicBezTo>
                  <a:pt x="325437" y="1568386"/>
                  <a:pt x="650875" y="843428"/>
                  <a:pt x="1063625" y="461370"/>
                </a:cubicBezTo>
                <a:cubicBezTo>
                  <a:pt x="1476375" y="79312"/>
                  <a:pt x="2040467" y="17399"/>
                  <a:pt x="2476500" y="995"/>
                </a:cubicBezTo>
                <a:cubicBezTo>
                  <a:pt x="2912533" y="-15409"/>
                  <a:pt x="3296179" y="173768"/>
                  <a:pt x="3679825" y="36294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226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6450182-D562-4E59-BC28-0DEA933B5B68}"/>
              </a:ext>
            </a:extLst>
          </p:cNvPr>
          <p:cNvCxnSpPr>
            <a:cxnSpLocks/>
          </p:cNvCxnSpPr>
          <p:nvPr/>
        </p:nvCxnSpPr>
        <p:spPr>
          <a:xfrm>
            <a:off x="3825380" y="512567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F92035-BCD9-44E6-9A12-F265410B9568}"/>
              </a:ext>
            </a:extLst>
          </p:cNvPr>
          <p:cNvCxnSpPr>
            <a:cxnSpLocks/>
          </p:cNvCxnSpPr>
          <p:nvPr/>
        </p:nvCxnSpPr>
        <p:spPr>
          <a:xfrm rot="16200000">
            <a:off x="2532660" y="382526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28438F9-0C78-456B-B0BB-1674C835D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636" y="2838851"/>
            <a:ext cx="2549999" cy="221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1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DE4C80-0D45-4BCB-B53E-1472E26FE8A8}"/>
              </a:ext>
            </a:extLst>
          </p:cNvPr>
          <p:cNvCxnSpPr>
            <a:cxnSpLocks/>
          </p:cNvCxnSpPr>
          <p:nvPr/>
        </p:nvCxnSpPr>
        <p:spPr>
          <a:xfrm>
            <a:off x="4420998" y="4882392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E3BA5C-2459-496F-9FCA-0BD3F510BB0F}"/>
              </a:ext>
            </a:extLst>
          </p:cNvPr>
          <p:cNvCxnSpPr>
            <a:cxnSpLocks/>
          </p:cNvCxnSpPr>
          <p:nvPr/>
        </p:nvCxnSpPr>
        <p:spPr>
          <a:xfrm rot="16200000">
            <a:off x="3128278" y="3581982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026E7F1B-4FCA-4EAA-B4D5-54F79B1AA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379" y="2281572"/>
            <a:ext cx="2600820" cy="260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53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E2B21FD-64CD-4009-AF8E-7EA9B16837B9}"/>
              </a:ext>
            </a:extLst>
          </p:cNvPr>
          <p:cNvCxnSpPr>
            <a:cxnSpLocks/>
          </p:cNvCxnSpPr>
          <p:nvPr/>
        </p:nvCxnSpPr>
        <p:spPr>
          <a:xfrm>
            <a:off x="3825380" y="5125673"/>
            <a:ext cx="35263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03CA50-6448-43EB-AE70-A507037A63D5}"/>
              </a:ext>
            </a:extLst>
          </p:cNvPr>
          <p:cNvCxnSpPr>
            <a:cxnSpLocks/>
          </p:cNvCxnSpPr>
          <p:nvPr/>
        </p:nvCxnSpPr>
        <p:spPr>
          <a:xfrm rot="16200000">
            <a:off x="2532660" y="3825263"/>
            <a:ext cx="26008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picture containing histogram&#10;&#10;Description automatically generated">
            <a:extLst>
              <a:ext uri="{FF2B5EF4-FFF2-40B4-BE49-F238E27FC236}">
                <a16:creationId xmlns:a16="http://schemas.microsoft.com/office/drawing/2014/main" id="{6193DCF5-6D5C-4208-9045-1BF19A143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071" y="2874388"/>
            <a:ext cx="3575638" cy="220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4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18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4</cp:revision>
  <dcterms:created xsi:type="dcterms:W3CDTF">2021-11-28T23:31:59Z</dcterms:created>
  <dcterms:modified xsi:type="dcterms:W3CDTF">2021-12-01T06:17:48Z</dcterms:modified>
</cp:coreProperties>
</file>