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6357" autoAdjust="0"/>
  </p:normalViewPr>
  <p:slideViewPr>
    <p:cSldViewPr snapToGrid="0">
      <p:cViewPr varScale="1">
        <p:scale>
          <a:sx n="114" d="100"/>
          <a:sy n="114" d="100"/>
        </p:scale>
        <p:origin x="4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8E1A41-29E2-4A13-A78B-E670FF85C9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EB30FC8-C62C-4B5B-95E0-F784EC274D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A79352-1AEF-4AFA-A166-1D7318A904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925262-6996-4202-B59D-0F04FEC47835}" type="datetimeFigureOut">
              <a:rPr lang="en-AU" smtClean="0"/>
              <a:t>29/11/2021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80C422-97B8-4179-B1DF-66ACA7D83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48AF49-5488-4083-9A3A-EC138DF9A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0B9E8-6D27-40EA-B200-29CBAA4658C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647910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9023F0-6CC6-44EA-8680-A3C01644AC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878E79-A4A7-4DD9-B8D2-A2BDB75F67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8E5879-596A-4559-81CF-B6A5ADE8E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925262-6996-4202-B59D-0F04FEC47835}" type="datetimeFigureOut">
              <a:rPr lang="en-AU" smtClean="0"/>
              <a:t>29/11/2021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32B29C-7D0B-46BF-BF45-BD4961BCBB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E02BD9-8AEC-4542-ABFA-DFC4073ED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0B9E8-6D27-40EA-B200-29CBAA4658C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454581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D49B41-C218-4657-9A57-3019ECC44D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B193DC-2463-424A-B5A7-5CBDCAA327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801F84-0C2C-486D-9D96-40C80A475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925262-6996-4202-B59D-0F04FEC47835}" type="datetimeFigureOut">
              <a:rPr lang="en-AU" smtClean="0"/>
              <a:t>29/11/2021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7BB61C-7915-49E5-BF58-896F74D152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6EAB04-B39E-4D2A-AD96-36C88308C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0B9E8-6D27-40EA-B200-29CBAA4658C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566888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943CA9-D624-41CE-B305-E6910E3DD7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CC05E3-8832-4567-A3EC-EC9B2FB7DE5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D9C4C1-4FAD-42C4-B4ED-3E3B2BEB00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12AA00-085C-4A3A-B660-82135AA7A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925262-6996-4202-B59D-0F04FEC47835}" type="datetimeFigureOut">
              <a:rPr lang="en-AU" smtClean="0"/>
              <a:t>29/11/2021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36E7A70-2A70-49CA-B68B-DC47FFB987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C13D7D-F5D4-4BCB-87F0-3E8FCC455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0B9E8-6D27-40EA-B200-29CBAA4658C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025156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B54B0-D5DC-4047-B5BB-2CB2C44E7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A904B2-5DA2-487F-A342-C861AFBCA7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94A224-14AA-4CF3-9AF2-10698B8978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DBF72B8-3245-4403-A982-6D129EF8441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67AC02-E185-4101-9EC4-01BDD32470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3CCEA12-EF3D-400C-8770-D7700C3285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925262-6996-4202-B59D-0F04FEC47835}" type="datetimeFigureOut">
              <a:rPr lang="en-AU" smtClean="0"/>
              <a:t>29/11/2021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E9A876-4E70-4166-9EBD-F30F015C7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EA7B4A2-13D2-43D1-9616-70DA68166D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0B9E8-6D27-40EA-B200-29CBAA4658C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987064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E4DA5-A554-447C-BC0A-28D732DB8E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9C9939-BEB1-4ABB-8ABE-0CCB337222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925262-6996-4202-B59D-0F04FEC47835}" type="datetimeFigureOut">
              <a:rPr lang="en-AU" smtClean="0"/>
              <a:t>29/11/2021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51FC5C-A0C0-4F0F-A094-3105FC97C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9883CE-99BE-40BA-8682-88531343B4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0B9E8-6D27-40EA-B200-29CBAA4658C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380696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F3693C9-2604-49BB-83F2-7C41058A2A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925262-6996-4202-B59D-0F04FEC47835}" type="datetimeFigureOut">
              <a:rPr lang="en-AU" smtClean="0"/>
              <a:t>29/11/2021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56B5273-D857-4CD3-BB1F-ED844CDC47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18122E-76CA-44E8-941D-DBB06D8E5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0B9E8-6D27-40EA-B200-29CBAA4658C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062782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552772-39BE-4B0A-86CD-5BDD3BBF3C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89A56F-19BF-46C3-8DAA-A677CC181D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4C8C48-B9D3-477F-815F-856305E905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2C8025-D81D-479B-A1C0-68C86D600B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925262-6996-4202-B59D-0F04FEC47835}" type="datetimeFigureOut">
              <a:rPr lang="en-AU" smtClean="0"/>
              <a:t>29/11/2021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8DFBFA-87B2-4575-AD67-7DBBE137EC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12727C-57AF-43D3-B294-28C5E3C6E5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0B9E8-6D27-40EA-B200-29CBAA4658C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384905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94617-9F9E-4C5D-BF04-86B8BE65D0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790401F-588B-4E5C-8CB2-23A5FE5423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6B98F5-F384-4D74-B15F-28DE4A71B4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23DF88-4327-47D1-B813-36B9A9142E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925262-6996-4202-B59D-0F04FEC47835}" type="datetimeFigureOut">
              <a:rPr lang="en-AU" smtClean="0"/>
              <a:t>29/11/2021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B41E02-4827-48CF-BF93-51E5A1F93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5AD62F-6DBE-4261-AC43-6AD4771C6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0B9E8-6D27-40EA-B200-29CBAA4658C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556544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CEE00-9161-4D73-B24F-2E1A184FFC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D09870-7C2E-429F-AB1B-C0FD2B6BB6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BC8804-2095-4362-B80A-9DCFF397F9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925262-6996-4202-B59D-0F04FEC47835}" type="datetimeFigureOut">
              <a:rPr lang="en-AU" smtClean="0"/>
              <a:t>29/11/2021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B3D10A-EB7A-4D44-A7FB-D3076EB6B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FF48C6-0AA9-4ACD-92C5-C1C03266EF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0B9E8-6D27-40EA-B200-29CBAA4658C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925150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04275AC-788A-4232-93C5-6D970C3591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92F56B-464F-4BC2-83E2-E8773BF903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8635B5-3779-4D15-A4AF-FEA6A90E7E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925262-6996-4202-B59D-0F04FEC47835}" type="datetimeFigureOut">
              <a:rPr lang="en-AU" smtClean="0"/>
              <a:t>29/11/2021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0730D7-5652-4601-B8DE-3404F08D62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EAA10E-490D-499A-9043-13CAF12B4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0B9E8-6D27-40EA-B200-29CBAA4658C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698043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E9221F5-5E24-4CC6-B63C-692D2A3F3F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A440F8-6DCB-454F-9E4C-0230959AA1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6F997A-19EE-400C-81EC-8912600BA88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925262-6996-4202-B59D-0F04FEC47835}" type="datetimeFigureOut">
              <a:rPr lang="en-AU" smtClean="0"/>
              <a:t>29/11/2021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5ED905-F4B3-4B5A-AC44-2B70FD4D43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D7F389-96B2-4534-BE41-0B2C9F8A0C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0B9E8-6D27-40EA-B200-29CBAA4658C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093678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A31241C-BDBD-4F73-94A8-0016E953B1DB}"/>
              </a:ext>
            </a:extLst>
          </p:cNvPr>
          <p:cNvCxnSpPr>
            <a:cxnSpLocks/>
          </p:cNvCxnSpPr>
          <p:nvPr/>
        </p:nvCxnSpPr>
        <p:spPr>
          <a:xfrm>
            <a:off x="3825380" y="5125673"/>
            <a:ext cx="260082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68C3882-B183-428C-8D15-6600DE5F47AB}"/>
              </a:ext>
            </a:extLst>
          </p:cNvPr>
          <p:cNvCxnSpPr>
            <a:cxnSpLocks/>
          </p:cNvCxnSpPr>
          <p:nvPr/>
        </p:nvCxnSpPr>
        <p:spPr>
          <a:xfrm rot="16200000">
            <a:off x="2532660" y="3825263"/>
            <a:ext cx="260082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3A5C19EC-2B16-446B-AEE3-61F01A7BE2E5}"/>
              </a:ext>
            </a:extLst>
          </p:cNvPr>
          <p:cNvSpPr txBox="1"/>
          <p:nvPr/>
        </p:nvSpPr>
        <p:spPr>
          <a:xfrm>
            <a:off x="4763319" y="5125673"/>
            <a:ext cx="72494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Time (s)</a:t>
            </a:r>
            <a:endParaRPr lang="en-AU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2F783A-D825-4671-AC86-ACE640E49FCD}"/>
              </a:ext>
            </a:extLst>
          </p:cNvPr>
          <p:cNvSpPr txBox="1"/>
          <p:nvPr/>
        </p:nvSpPr>
        <p:spPr>
          <a:xfrm rot="16200000">
            <a:off x="3197303" y="3694458"/>
            <a:ext cx="99454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Current (µA)</a:t>
            </a:r>
            <a:endParaRPr lang="en-AU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2A51230-B53B-4934-BC97-8CCCF42FF039}"/>
              </a:ext>
            </a:extLst>
          </p:cNvPr>
          <p:cNvSpPr/>
          <p:nvPr/>
        </p:nvSpPr>
        <p:spPr>
          <a:xfrm>
            <a:off x="3859264" y="4929188"/>
            <a:ext cx="234104" cy="4571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C5ED780A-7428-478A-B4C5-BE023ADEEF47}"/>
              </a:ext>
            </a:extLst>
          </p:cNvPr>
          <p:cNvSpPr/>
          <p:nvPr/>
        </p:nvSpPr>
        <p:spPr>
          <a:xfrm>
            <a:off x="4091572" y="2796543"/>
            <a:ext cx="45719" cy="2178364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5" name="Arc 24">
            <a:extLst>
              <a:ext uri="{FF2B5EF4-FFF2-40B4-BE49-F238E27FC236}">
                <a16:creationId xmlns:a16="http://schemas.microsoft.com/office/drawing/2014/main" id="{5F84D75F-218B-43CE-A384-3E4E109F4418}"/>
              </a:ext>
            </a:extLst>
          </p:cNvPr>
          <p:cNvSpPr/>
          <p:nvPr/>
        </p:nvSpPr>
        <p:spPr>
          <a:xfrm rot="10800000">
            <a:off x="4114430" y="813090"/>
            <a:ext cx="4488537" cy="3966904"/>
          </a:xfrm>
          <a:prstGeom prst="arc">
            <a:avLst>
              <a:gd name="adj1" fmla="val 16149455"/>
              <a:gd name="adj2" fmla="val 0"/>
            </a:avLst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93932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4784FDB-5A64-41CC-A78E-114A59A5496E}"/>
              </a:ext>
            </a:extLst>
          </p:cNvPr>
          <p:cNvCxnSpPr>
            <a:cxnSpLocks/>
          </p:cNvCxnSpPr>
          <p:nvPr/>
        </p:nvCxnSpPr>
        <p:spPr>
          <a:xfrm>
            <a:off x="3825380" y="5125673"/>
            <a:ext cx="260082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0089BC6-F077-423A-B796-7622C3B466DD}"/>
              </a:ext>
            </a:extLst>
          </p:cNvPr>
          <p:cNvCxnSpPr>
            <a:cxnSpLocks/>
          </p:cNvCxnSpPr>
          <p:nvPr/>
        </p:nvCxnSpPr>
        <p:spPr>
          <a:xfrm rot="16200000">
            <a:off x="2532660" y="3825263"/>
            <a:ext cx="260082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D9A7589-FD6A-4F87-B815-714654D8E44A}"/>
              </a:ext>
            </a:extLst>
          </p:cNvPr>
          <p:cNvSpPr txBox="1"/>
          <p:nvPr/>
        </p:nvSpPr>
        <p:spPr>
          <a:xfrm>
            <a:off x="4763319" y="5125673"/>
            <a:ext cx="72494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Time (s)</a:t>
            </a:r>
            <a:endParaRPr lang="en-AU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F85E98-62CF-4CEE-A77C-39E58977C99E}"/>
              </a:ext>
            </a:extLst>
          </p:cNvPr>
          <p:cNvSpPr txBox="1"/>
          <p:nvPr/>
        </p:nvSpPr>
        <p:spPr>
          <a:xfrm rot="16200000">
            <a:off x="3197303" y="3694458"/>
            <a:ext cx="99454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Current (µA)</a:t>
            </a:r>
            <a:endParaRPr lang="en-AU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0267DC0-EBDC-4011-8D21-2D905908140A}"/>
              </a:ext>
            </a:extLst>
          </p:cNvPr>
          <p:cNvSpPr/>
          <p:nvPr/>
        </p:nvSpPr>
        <p:spPr>
          <a:xfrm>
            <a:off x="4763319" y="3670300"/>
            <a:ext cx="669106" cy="1025525"/>
          </a:xfrm>
          <a:custGeom>
            <a:avLst/>
            <a:gdLst>
              <a:gd name="connsiteX0" fmla="*/ 0 w 403225"/>
              <a:gd name="connsiteY0" fmla="*/ 3175 h 1025525"/>
              <a:gd name="connsiteX1" fmla="*/ 206375 w 403225"/>
              <a:gd name="connsiteY1" fmla="*/ 1025525 h 1025525"/>
              <a:gd name="connsiteX2" fmla="*/ 403225 w 403225"/>
              <a:gd name="connsiteY2" fmla="*/ 0 h 1025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03225" h="1025525">
                <a:moveTo>
                  <a:pt x="0" y="3175"/>
                </a:moveTo>
                <a:cubicBezTo>
                  <a:pt x="69585" y="514614"/>
                  <a:pt x="139171" y="1026054"/>
                  <a:pt x="206375" y="1025525"/>
                </a:cubicBezTo>
                <a:cubicBezTo>
                  <a:pt x="273579" y="1024996"/>
                  <a:pt x="367242" y="135996"/>
                  <a:pt x="403225" y="0"/>
                </a:cubicBezTo>
              </a:path>
            </a:pathLst>
          </a:custGeom>
          <a:noFill/>
          <a:ln w="571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FE9AD66E-FF5A-49B2-AAD4-30C134D46800}"/>
              </a:ext>
            </a:extLst>
          </p:cNvPr>
          <p:cNvSpPr/>
          <p:nvPr/>
        </p:nvSpPr>
        <p:spPr>
          <a:xfrm>
            <a:off x="4502944" y="3348041"/>
            <a:ext cx="262757" cy="330985"/>
          </a:xfrm>
          <a:custGeom>
            <a:avLst/>
            <a:gdLst>
              <a:gd name="connsiteX0" fmla="*/ 0 w 498475"/>
              <a:gd name="connsiteY0" fmla="*/ 0 h 269875"/>
              <a:gd name="connsiteX1" fmla="*/ 498475 w 498475"/>
              <a:gd name="connsiteY1" fmla="*/ 269875 h 2698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498475" h="269875">
                <a:moveTo>
                  <a:pt x="0" y="0"/>
                </a:moveTo>
                <a:cubicBezTo>
                  <a:pt x="196056" y="45773"/>
                  <a:pt x="392113" y="91546"/>
                  <a:pt x="498475" y="269875"/>
                </a:cubicBezTo>
              </a:path>
            </a:pathLst>
          </a:custGeom>
          <a:noFill/>
          <a:ln w="571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2F7E44AB-0863-4F9D-96AB-F1CC5DF0105A}"/>
              </a:ext>
            </a:extLst>
          </p:cNvPr>
          <p:cNvSpPr/>
          <p:nvPr/>
        </p:nvSpPr>
        <p:spPr>
          <a:xfrm flipH="1">
            <a:off x="5430043" y="3348041"/>
            <a:ext cx="262757" cy="330985"/>
          </a:xfrm>
          <a:custGeom>
            <a:avLst/>
            <a:gdLst>
              <a:gd name="connsiteX0" fmla="*/ 0 w 498475"/>
              <a:gd name="connsiteY0" fmla="*/ 0 h 269875"/>
              <a:gd name="connsiteX1" fmla="*/ 498475 w 498475"/>
              <a:gd name="connsiteY1" fmla="*/ 269875 h 2698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498475" h="269875">
                <a:moveTo>
                  <a:pt x="0" y="0"/>
                </a:moveTo>
                <a:cubicBezTo>
                  <a:pt x="196056" y="45773"/>
                  <a:pt x="392113" y="91546"/>
                  <a:pt x="498475" y="269875"/>
                </a:cubicBezTo>
              </a:path>
            </a:pathLst>
          </a:custGeom>
          <a:noFill/>
          <a:ln w="571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910998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19B22C1-5D8E-4F98-9A1A-6AC4CA7F041D}"/>
              </a:ext>
            </a:extLst>
          </p:cNvPr>
          <p:cNvCxnSpPr>
            <a:cxnSpLocks/>
          </p:cNvCxnSpPr>
          <p:nvPr/>
        </p:nvCxnSpPr>
        <p:spPr>
          <a:xfrm>
            <a:off x="3825380" y="5125673"/>
            <a:ext cx="260082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12581FB-87F3-4315-98E8-780F12F6430F}"/>
              </a:ext>
            </a:extLst>
          </p:cNvPr>
          <p:cNvCxnSpPr>
            <a:cxnSpLocks/>
          </p:cNvCxnSpPr>
          <p:nvPr/>
        </p:nvCxnSpPr>
        <p:spPr>
          <a:xfrm rot="16200000">
            <a:off x="2532660" y="3825263"/>
            <a:ext cx="260082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FF208EA-1433-4FE7-9B79-8282DCD4D011}"/>
              </a:ext>
            </a:extLst>
          </p:cNvPr>
          <p:cNvSpPr txBox="1"/>
          <p:nvPr/>
        </p:nvSpPr>
        <p:spPr>
          <a:xfrm>
            <a:off x="4845883" y="5125673"/>
            <a:ext cx="56750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Z’ (Ω)</a:t>
            </a:r>
            <a:endParaRPr lang="en-AU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3B793BA-BD71-4D4E-9335-C27D903594C1}"/>
              </a:ext>
            </a:extLst>
          </p:cNvPr>
          <p:cNvSpPr txBox="1"/>
          <p:nvPr/>
        </p:nvSpPr>
        <p:spPr>
          <a:xfrm rot="16200000">
            <a:off x="3410823" y="3690671"/>
            <a:ext cx="56750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Z’’ (Ω)</a:t>
            </a:r>
            <a:endParaRPr lang="en-AU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1E59BE30-4335-45C5-9847-54FF4949B066}"/>
              </a:ext>
            </a:extLst>
          </p:cNvPr>
          <p:cNvSpPr/>
          <p:nvPr/>
        </p:nvSpPr>
        <p:spPr>
          <a:xfrm>
            <a:off x="3950787" y="3196203"/>
            <a:ext cx="2349339" cy="1929469"/>
          </a:xfrm>
          <a:custGeom>
            <a:avLst/>
            <a:gdLst>
              <a:gd name="connsiteX0" fmla="*/ 0 w 3679825"/>
              <a:gd name="connsiteY0" fmla="*/ 2293345 h 2293345"/>
              <a:gd name="connsiteX1" fmla="*/ 1063625 w 3679825"/>
              <a:gd name="connsiteY1" fmla="*/ 461370 h 2293345"/>
              <a:gd name="connsiteX2" fmla="*/ 2476500 w 3679825"/>
              <a:gd name="connsiteY2" fmla="*/ 995 h 2293345"/>
              <a:gd name="connsiteX3" fmla="*/ 3679825 w 3679825"/>
              <a:gd name="connsiteY3" fmla="*/ 362945 h 22933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679825" h="2293345">
                <a:moveTo>
                  <a:pt x="0" y="2293345"/>
                </a:moveTo>
                <a:cubicBezTo>
                  <a:pt x="325437" y="1568386"/>
                  <a:pt x="650875" y="843428"/>
                  <a:pt x="1063625" y="461370"/>
                </a:cubicBezTo>
                <a:cubicBezTo>
                  <a:pt x="1476375" y="79312"/>
                  <a:pt x="2040467" y="17399"/>
                  <a:pt x="2476500" y="995"/>
                </a:cubicBezTo>
                <a:cubicBezTo>
                  <a:pt x="2912533" y="-15409"/>
                  <a:pt x="3296179" y="173768"/>
                  <a:pt x="3679825" y="362945"/>
                </a:cubicBezTo>
              </a:path>
            </a:pathLst>
          </a:cu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A2EDED6B-3CDE-43FA-BB76-D08B3E7E8A81}"/>
              </a:ext>
            </a:extLst>
          </p:cNvPr>
          <p:cNvSpPr/>
          <p:nvPr/>
        </p:nvSpPr>
        <p:spPr>
          <a:xfrm>
            <a:off x="3950787" y="3428997"/>
            <a:ext cx="2045283" cy="1696675"/>
          </a:xfrm>
          <a:custGeom>
            <a:avLst/>
            <a:gdLst>
              <a:gd name="connsiteX0" fmla="*/ 0 w 3679825"/>
              <a:gd name="connsiteY0" fmla="*/ 2293345 h 2293345"/>
              <a:gd name="connsiteX1" fmla="*/ 1063625 w 3679825"/>
              <a:gd name="connsiteY1" fmla="*/ 461370 h 2293345"/>
              <a:gd name="connsiteX2" fmla="*/ 2476500 w 3679825"/>
              <a:gd name="connsiteY2" fmla="*/ 995 h 2293345"/>
              <a:gd name="connsiteX3" fmla="*/ 3679825 w 3679825"/>
              <a:gd name="connsiteY3" fmla="*/ 362945 h 22933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679825" h="2293345">
                <a:moveTo>
                  <a:pt x="0" y="2293345"/>
                </a:moveTo>
                <a:cubicBezTo>
                  <a:pt x="325437" y="1568386"/>
                  <a:pt x="650875" y="843428"/>
                  <a:pt x="1063625" y="461370"/>
                </a:cubicBezTo>
                <a:cubicBezTo>
                  <a:pt x="1476375" y="79312"/>
                  <a:pt x="2040467" y="17399"/>
                  <a:pt x="2476500" y="995"/>
                </a:cubicBezTo>
                <a:cubicBezTo>
                  <a:pt x="2912533" y="-15409"/>
                  <a:pt x="3296179" y="173768"/>
                  <a:pt x="3679825" y="362945"/>
                </a:cubicBezTo>
              </a:path>
            </a:pathLst>
          </a:cu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017D928A-0FB1-4801-A31C-57E3DEA06EAF}"/>
              </a:ext>
            </a:extLst>
          </p:cNvPr>
          <p:cNvSpPr/>
          <p:nvPr/>
        </p:nvSpPr>
        <p:spPr>
          <a:xfrm>
            <a:off x="3950787" y="3665986"/>
            <a:ext cx="1800011" cy="1459685"/>
          </a:xfrm>
          <a:custGeom>
            <a:avLst/>
            <a:gdLst>
              <a:gd name="connsiteX0" fmla="*/ 0 w 3679825"/>
              <a:gd name="connsiteY0" fmla="*/ 2293345 h 2293345"/>
              <a:gd name="connsiteX1" fmla="*/ 1063625 w 3679825"/>
              <a:gd name="connsiteY1" fmla="*/ 461370 h 2293345"/>
              <a:gd name="connsiteX2" fmla="*/ 2476500 w 3679825"/>
              <a:gd name="connsiteY2" fmla="*/ 995 h 2293345"/>
              <a:gd name="connsiteX3" fmla="*/ 3679825 w 3679825"/>
              <a:gd name="connsiteY3" fmla="*/ 362945 h 22933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679825" h="2293345">
                <a:moveTo>
                  <a:pt x="0" y="2293345"/>
                </a:moveTo>
                <a:cubicBezTo>
                  <a:pt x="325437" y="1568386"/>
                  <a:pt x="650875" y="843428"/>
                  <a:pt x="1063625" y="461370"/>
                </a:cubicBezTo>
                <a:cubicBezTo>
                  <a:pt x="1476375" y="79312"/>
                  <a:pt x="2040467" y="17399"/>
                  <a:pt x="2476500" y="995"/>
                </a:cubicBezTo>
                <a:cubicBezTo>
                  <a:pt x="2912533" y="-15409"/>
                  <a:pt x="3296179" y="173768"/>
                  <a:pt x="3679825" y="362945"/>
                </a:cubicBezTo>
              </a:path>
            </a:pathLst>
          </a:cu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8F4E9528-8557-4384-95EF-BF8D8CBA2A05}"/>
              </a:ext>
            </a:extLst>
          </p:cNvPr>
          <p:cNvSpPr/>
          <p:nvPr/>
        </p:nvSpPr>
        <p:spPr>
          <a:xfrm>
            <a:off x="3950788" y="3892491"/>
            <a:ext cx="1593252" cy="1233180"/>
          </a:xfrm>
          <a:custGeom>
            <a:avLst/>
            <a:gdLst>
              <a:gd name="connsiteX0" fmla="*/ 0 w 3679825"/>
              <a:gd name="connsiteY0" fmla="*/ 2293345 h 2293345"/>
              <a:gd name="connsiteX1" fmla="*/ 1063625 w 3679825"/>
              <a:gd name="connsiteY1" fmla="*/ 461370 h 2293345"/>
              <a:gd name="connsiteX2" fmla="*/ 2476500 w 3679825"/>
              <a:gd name="connsiteY2" fmla="*/ 995 h 2293345"/>
              <a:gd name="connsiteX3" fmla="*/ 3679825 w 3679825"/>
              <a:gd name="connsiteY3" fmla="*/ 362945 h 22933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679825" h="2293345">
                <a:moveTo>
                  <a:pt x="0" y="2293345"/>
                </a:moveTo>
                <a:cubicBezTo>
                  <a:pt x="325437" y="1568386"/>
                  <a:pt x="650875" y="843428"/>
                  <a:pt x="1063625" y="461370"/>
                </a:cubicBezTo>
                <a:cubicBezTo>
                  <a:pt x="1476375" y="79312"/>
                  <a:pt x="2040467" y="17399"/>
                  <a:pt x="2476500" y="995"/>
                </a:cubicBezTo>
                <a:cubicBezTo>
                  <a:pt x="2912533" y="-15409"/>
                  <a:pt x="3296179" y="173768"/>
                  <a:pt x="3679825" y="362945"/>
                </a:cubicBezTo>
              </a:path>
            </a:pathLst>
          </a:cu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01107E51-C666-47B0-A7BA-50B4BFE719A2}"/>
              </a:ext>
            </a:extLst>
          </p:cNvPr>
          <p:cNvSpPr/>
          <p:nvPr/>
        </p:nvSpPr>
        <p:spPr>
          <a:xfrm>
            <a:off x="3950788" y="4177715"/>
            <a:ext cx="1401389" cy="947956"/>
          </a:xfrm>
          <a:custGeom>
            <a:avLst/>
            <a:gdLst>
              <a:gd name="connsiteX0" fmla="*/ 0 w 3679825"/>
              <a:gd name="connsiteY0" fmla="*/ 2293345 h 2293345"/>
              <a:gd name="connsiteX1" fmla="*/ 1063625 w 3679825"/>
              <a:gd name="connsiteY1" fmla="*/ 461370 h 2293345"/>
              <a:gd name="connsiteX2" fmla="*/ 2476500 w 3679825"/>
              <a:gd name="connsiteY2" fmla="*/ 995 h 2293345"/>
              <a:gd name="connsiteX3" fmla="*/ 3679825 w 3679825"/>
              <a:gd name="connsiteY3" fmla="*/ 362945 h 22933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679825" h="2293345">
                <a:moveTo>
                  <a:pt x="0" y="2293345"/>
                </a:moveTo>
                <a:cubicBezTo>
                  <a:pt x="325437" y="1568386"/>
                  <a:pt x="650875" y="843428"/>
                  <a:pt x="1063625" y="461370"/>
                </a:cubicBezTo>
                <a:cubicBezTo>
                  <a:pt x="1476375" y="79312"/>
                  <a:pt x="2040467" y="17399"/>
                  <a:pt x="2476500" y="995"/>
                </a:cubicBezTo>
                <a:cubicBezTo>
                  <a:pt x="2912533" y="-15409"/>
                  <a:pt x="3296179" y="173768"/>
                  <a:pt x="3679825" y="362945"/>
                </a:cubicBezTo>
              </a:path>
            </a:pathLst>
          </a:cu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0922685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</TotalTime>
  <Words>26</Words>
  <Application>Microsoft Office PowerPoint</Application>
  <PresentationFormat>Widescreen</PresentationFormat>
  <Paragraphs>6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Simon Strachan</dc:creator>
  <cp:lastModifiedBy>Simon Strachan</cp:lastModifiedBy>
  <cp:revision>2</cp:revision>
  <dcterms:created xsi:type="dcterms:W3CDTF">2021-11-28T23:31:59Z</dcterms:created>
  <dcterms:modified xsi:type="dcterms:W3CDTF">2021-11-29T00:23:21Z</dcterms:modified>
</cp:coreProperties>
</file>